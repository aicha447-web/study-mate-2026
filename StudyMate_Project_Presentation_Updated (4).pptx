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/>
    <p:restoredTop sz="94668"/>
  </p:normalViewPr>
  <p:slideViewPr>
    <p:cSldViewPr snapToGrid="0" snapToObjects="1">
      <p:cViewPr varScale="1">
        <p:scale>
          <a:sx n="105" d="100"/>
          <a:sy n="105" d="100"/>
        </p:scale>
        <p:origin x="64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EEF724-BF1B-4AD0-B258-D72608BFF3F8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C8076B4-CBE1-4E31-BBB4-35A44605CFA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Problem:</a:t>
          </a:r>
        </a:p>
      </dgm:t>
    </dgm:pt>
    <dgm:pt modelId="{BDD4B20D-AC15-464A-8E08-57A490E4FAF3}" type="parTrans" cxnId="{4749696C-792F-4A43-BD89-6F8382985F99}">
      <dgm:prSet/>
      <dgm:spPr/>
      <dgm:t>
        <a:bodyPr/>
        <a:lstStyle/>
        <a:p>
          <a:endParaRPr lang="en-US"/>
        </a:p>
      </dgm:t>
    </dgm:pt>
    <dgm:pt modelId="{D11F894D-9A44-4E67-9A7F-DBBF668E6991}" type="sibTrans" cxnId="{4749696C-792F-4A43-BD89-6F8382985F99}">
      <dgm:prSet/>
      <dgm:spPr/>
      <dgm:t>
        <a:bodyPr/>
        <a:lstStyle/>
        <a:p>
          <a:endParaRPr lang="en-US"/>
        </a:p>
      </dgm:t>
    </dgm:pt>
    <dgm:pt modelId="{12D87BEB-C4D6-433E-9056-B92E506D01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Students struggle to find classmates to study with</a:t>
          </a:r>
        </a:p>
      </dgm:t>
    </dgm:pt>
    <dgm:pt modelId="{ADC5FA93-F8C1-45B2-BB69-960BDD22B443}" type="parTrans" cxnId="{9383A710-3AF7-47B4-BD56-0310624D5618}">
      <dgm:prSet/>
      <dgm:spPr/>
      <dgm:t>
        <a:bodyPr/>
        <a:lstStyle/>
        <a:p>
          <a:endParaRPr lang="en-US"/>
        </a:p>
      </dgm:t>
    </dgm:pt>
    <dgm:pt modelId="{B160F7B4-83AF-416C-A188-28E2BBB22BA7}" type="sibTrans" cxnId="{9383A710-3AF7-47B4-BD56-0310624D5618}">
      <dgm:prSet/>
      <dgm:spPr/>
      <dgm:t>
        <a:bodyPr/>
        <a:lstStyle/>
        <a:p>
          <a:endParaRPr lang="en-US"/>
        </a:p>
      </dgm:t>
    </dgm:pt>
    <dgm:pt modelId="{7BEC0B94-F090-4734-9105-D96603B74F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Difficulty coordinating schedules for group study sessions</a:t>
          </a:r>
        </a:p>
      </dgm:t>
    </dgm:pt>
    <dgm:pt modelId="{1DFB1E18-33BC-4A45-88C9-94B597DF71B7}" type="parTrans" cxnId="{FD35F101-6648-45F0-9393-D956D7179A06}">
      <dgm:prSet/>
      <dgm:spPr/>
      <dgm:t>
        <a:bodyPr/>
        <a:lstStyle/>
        <a:p>
          <a:endParaRPr lang="en-US"/>
        </a:p>
      </dgm:t>
    </dgm:pt>
    <dgm:pt modelId="{70002F16-A9E6-40FC-AEBE-630F7EC31A98}" type="sibTrans" cxnId="{FD35F101-6648-45F0-9393-D956D7179A06}">
      <dgm:prSet/>
      <dgm:spPr/>
      <dgm:t>
        <a:bodyPr/>
        <a:lstStyle/>
        <a:p>
          <a:endParaRPr lang="en-US"/>
        </a:p>
      </dgm:t>
    </dgm:pt>
    <dgm:pt modelId="{FA473CF1-8492-49F6-848D-9473BDFBCD2A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2C831C51-C5BB-4235-A27E-E4BEE02086DD}" type="parTrans" cxnId="{72BC2891-3CB5-4752-A07A-1781BA0EAAF3}">
      <dgm:prSet/>
      <dgm:spPr/>
      <dgm:t>
        <a:bodyPr/>
        <a:lstStyle/>
        <a:p>
          <a:endParaRPr lang="en-US"/>
        </a:p>
      </dgm:t>
    </dgm:pt>
    <dgm:pt modelId="{F9D42CAA-FA8D-416B-8485-946B34F5DD68}" type="sibTrans" cxnId="{72BC2891-3CB5-4752-A07A-1781BA0EAAF3}">
      <dgm:prSet/>
      <dgm:spPr/>
      <dgm:t>
        <a:bodyPr/>
        <a:lstStyle/>
        <a:p>
          <a:endParaRPr lang="en-US"/>
        </a:p>
      </dgm:t>
    </dgm:pt>
    <dgm:pt modelId="{795D82F1-C93C-4C14-A889-8BDE99DF82E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Target Users:</a:t>
          </a:r>
        </a:p>
      </dgm:t>
    </dgm:pt>
    <dgm:pt modelId="{56ADEA71-8320-4436-AF4E-481982FC9734}" type="parTrans" cxnId="{809B2D56-FCEE-4BD3-AB50-11054F30DE88}">
      <dgm:prSet/>
      <dgm:spPr/>
      <dgm:t>
        <a:bodyPr/>
        <a:lstStyle/>
        <a:p>
          <a:endParaRPr lang="en-US"/>
        </a:p>
      </dgm:t>
    </dgm:pt>
    <dgm:pt modelId="{B04B8F08-9229-4372-847C-FB7329E7583A}" type="sibTrans" cxnId="{809B2D56-FCEE-4BD3-AB50-11054F30DE88}">
      <dgm:prSet/>
      <dgm:spPr/>
      <dgm:t>
        <a:bodyPr/>
        <a:lstStyle/>
        <a:p>
          <a:endParaRPr lang="en-US"/>
        </a:p>
      </dgm:t>
    </dgm:pt>
    <dgm:pt modelId="{70733CCA-CA69-4C7C-8047-BCE5F2F65A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College Students </a:t>
          </a:r>
        </a:p>
      </dgm:t>
    </dgm:pt>
    <dgm:pt modelId="{1FCB38E0-C16C-4A80-A922-5EAB4A20A753}" type="parTrans" cxnId="{ED280DFC-C7AC-4A01-9193-0099D9ED131D}">
      <dgm:prSet/>
      <dgm:spPr/>
      <dgm:t>
        <a:bodyPr/>
        <a:lstStyle/>
        <a:p>
          <a:endParaRPr lang="en-US"/>
        </a:p>
      </dgm:t>
    </dgm:pt>
    <dgm:pt modelId="{DA247B07-B2FE-40B0-9804-4A1D8E89DADC}" type="sibTrans" cxnId="{ED280DFC-C7AC-4A01-9193-0099D9ED131D}">
      <dgm:prSet/>
      <dgm:spPr/>
      <dgm:t>
        <a:bodyPr/>
        <a:lstStyle/>
        <a:p>
          <a:endParaRPr lang="en-US"/>
        </a:p>
      </dgm:t>
    </dgm:pt>
    <dgm:pt modelId="{E7C7E57E-B5DA-426E-8230-A5A968E91A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Group Organizers</a:t>
          </a:r>
        </a:p>
      </dgm:t>
    </dgm:pt>
    <dgm:pt modelId="{14CB4044-3079-48BA-A70E-475E3D206863}" type="parTrans" cxnId="{3C4505ED-6DDF-4D68-A71F-4C543F878F86}">
      <dgm:prSet/>
      <dgm:spPr/>
      <dgm:t>
        <a:bodyPr/>
        <a:lstStyle/>
        <a:p>
          <a:endParaRPr lang="en-US"/>
        </a:p>
      </dgm:t>
    </dgm:pt>
    <dgm:pt modelId="{EEDDAC68-A518-4E8A-BFFC-4FA4313EE11E}" type="sibTrans" cxnId="{3C4505ED-6DDF-4D68-A71F-4C543F878F86}">
      <dgm:prSet/>
      <dgm:spPr/>
      <dgm:t>
        <a:bodyPr/>
        <a:lstStyle/>
        <a:p>
          <a:endParaRPr lang="en-US"/>
        </a:p>
      </dgm:t>
    </dgm:pt>
    <dgm:pt modelId="{456B15BC-489A-4214-9FBC-87F46E441625}" type="pres">
      <dgm:prSet presAssocID="{F8EEF724-BF1B-4AD0-B258-D72608BFF3F8}" presName="root" presStyleCnt="0">
        <dgm:presLayoutVars>
          <dgm:dir/>
          <dgm:resizeHandles val="exact"/>
        </dgm:presLayoutVars>
      </dgm:prSet>
      <dgm:spPr/>
    </dgm:pt>
    <dgm:pt modelId="{2B2ECA8C-BF56-4538-8D4E-D7E158C7CD16}" type="pres">
      <dgm:prSet presAssocID="{8C8076B4-CBE1-4E31-BBB4-35A44605CFA1}" presName="compNode" presStyleCnt="0"/>
      <dgm:spPr/>
    </dgm:pt>
    <dgm:pt modelId="{553CA104-F56D-4E37-9C61-D5DAE27CD7AC}" type="pres">
      <dgm:prSet presAssocID="{8C8076B4-CBE1-4E31-BBB4-35A44605CFA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CDA575D7-7D57-4CA5-B1E0-6C5CF30225F6}" type="pres">
      <dgm:prSet presAssocID="{8C8076B4-CBE1-4E31-BBB4-35A44605CFA1}" presName="iconSpace" presStyleCnt="0"/>
      <dgm:spPr/>
    </dgm:pt>
    <dgm:pt modelId="{85A33915-D88E-438C-B844-FDAD559B8B32}" type="pres">
      <dgm:prSet presAssocID="{8C8076B4-CBE1-4E31-BBB4-35A44605CFA1}" presName="parTx" presStyleLbl="revTx" presStyleIdx="0" presStyleCnt="4">
        <dgm:presLayoutVars>
          <dgm:chMax val="0"/>
          <dgm:chPref val="0"/>
        </dgm:presLayoutVars>
      </dgm:prSet>
      <dgm:spPr/>
    </dgm:pt>
    <dgm:pt modelId="{D838437A-64BF-43F9-8E27-4A80A0995CCC}" type="pres">
      <dgm:prSet presAssocID="{8C8076B4-CBE1-4E31-BBB4-35A44605CFA1}" presName="txSpace" presStyleCnt="0"/>
      <dgm:spPr/>
    </dgm:pt>
    <dgm:pt modelId="{818CB365-94D0-4301-B2F1-4B9D72C52927}" type="pres">
      <dgm:prSet presAssocID="{8C8076B4-CBE1-4E31-BBB4-35A44605CFA1}" presName="desTx" presStyleLbl="revTx" presStyleIdx="1" presStyleCnt="4">
        <dgm:presLayoutVars/>
      </dgm:prSet>
      <dgm:spPr/>
    </dgm:pt>
    <dgm:pt modelId="{60A25FA6-B404-4B55-B972-672B2A37B531}" type="pres">
      <dgm:prSet presAssocID="{D11F894D-9A44-4E67-9A7F-DBBF668E6991}" presName="sibTrans" presStyleCnt="0"/>
      <dgm:spPr/>
    </dgm:pt>
    <dgm:pt modelId="{AD3882B3-45CA-4906-A01D-8B775BB075D8}" type="pres">
      <dgm:prSet presAssocID="{795D82F1-C93C-4C14-A889-8BDE99DF82E8}" presName="compNode" presStyleCnt="0"/>
      <dgm:spPr/>
    </dgm:pt>
    <dgm:pt modelId="{2CD31B4B-7764-4870-AEFA-2C205346BFDC}" type="pres">
      <dgm:prSet presAssocID="{795D82F1-C93C-4C14-A889-8BDE99DF82E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89032833-381F-4469-A4A1-EDE0CDD7AC9A}" type="pres">
      <dgm:prSet presAssocID="{795D82F1-C93C-4C14-A889-8BDE99DF82E8}" presName="iconSpace" presStyleCnt="0"/>
      <dgm:spPr/>
    </dgm:pt>
    <dgm:pt modelId="{2D1018C8-48E1-46E5-BBC0-FBBA197D0424}" type="pres">
      <dgm:prSet presAssocID="{795D82F1-C93C-4C14-A889-8BDE99DF82E8}" presName="parTx" presStyleLbl="revTx" presStyleIdx="2" presStyleCnt="4">
        <dgm:presLayoutVars>
          <dgm:chMax val="0"/>
          <dgm:chPref val="0"/>
        </dgm:presLayoutVars>
      </dgm:prSet>
      <dgm:spPr/>
    </dgm:pt>
    <dgm:pt modelId="{53E7975D-8527-4F9C-92D1-1616DACB5EEB}" type="pres">
      <dgm:prSet presAssocID="{795D82F1-C93C-4C14-A889-8BDE99DF82E8}" presName="txSpace" presStyleCnt="0"/>
      <dgm:spPr/>
    </dgm:pt>
    <dgm:pt modelId="{5C677487-B38A-4B2E-8286-04DC97367D56}" type="pres">
      <dgm:prSet presAssocID="{795D82F1-C93C-4C14-A889-8BDE99DF82E8}" presName="desTx" presStyleLbl="revTx" presStyleIdx="3" presStyleCnt="4">
        <dgm:presLayoutVars/>
      </dgm:prSet>
      <dgm:spPr/>
    </dgm:pt>
  </dgm:ptLst>
  <dgm:cxnLst>
    <dgm:cxn modelId="{FD35F101-6648-45F0-9393-D956D7179A06}" srcId="{8C8076B4-CBE1-4E31-BBB4-35A44605CFA1}" destId="{7BEC0B94-F090-4734-9105-D96603B74F32}" srcOrd="1" destOrd="0" parTransId="{1DFB1E18-33BC-4A45-88C9-94B597DF71B7}" sibTransId="{70002F16-A9E6-40FC-AEBE-630F7EC31A98}"/>
    <dgm:cxn modelId="{44A77F0E-0F08-7047-9C93-154139FAD00A}" type="presOf" srcId="{F8EEF724-BF1B-4AD0-B258-D72608BFF3F8}" destId="{456B15BC-489A-4214-9FBC-87F46E441625}" srcOrd="0" destOrd="0" presId="urn:microsoft.com/office/officeart/2018/2/layout/IconLabelDescriptionList"/>
    <dgm:cxn modelId="{9383A710-3AF7-47B4-BD56-0310624D5618}" srcId="{8C8076B4-CBE1-4E31-BBB4-35A44605CFA1}" destId="{12D87BEB-C4D6-433E-9056-B92E506D01A9}" srcOrd="0" destOrd="0" parTransId="{ADC5FA93-F8C1-45B2-BB69-960BDD22B443}" sibTransId="{B160F7B4-83AF-416C-A188-28E2BBB22BA7}"/>
    <dgm:cxn modelId="{622AA350-9937-2446-A25E-3C5F6B80F37C}" type="presOf" srcId="{7BEC0B94-F090-4734-9105-D96603B74F32}" destId="{818CB365-94D0-4301-B2F1-4B9D72C52927}" srcOrd="0" destOrd="1" presId="urn:microsoft.com/office/officeart/2018/2/layout/IconLabelDescriptionList"/>
    <dgm:cxn modelId="{809B2D56-FCEE-4BD3-AB50-11054F30DE88}" srcId="{F8EEF724-BF1B-4AD0-B258-D72608BFF3F8}" destId="{795D82F1-C93C-4C14-A889-8BDE99DF82E8}" srcOrd="1" destOrd="0" parTransId="{56ADEA71-8320-4436-AF4E-481982FC9734}" sibTransId="{B04B8F08-9229-4372-847C-FB7329E7583A}"/>
    <dgm:cxn modelId="{4749696C-792F-4A43-BD89-6F8382985F99}" srcId="{F8EEF724-BF1B-4AD0-B258-D72608BFF3F8}" destId="{8C8076B4-CBE1-4E31-BBB4-35A44605CFA1}" srcOrd="0" destOrd="0" parTransId="{BDD4B20D-AC15-464A-8E08-57A490E4FAF3}" sibTransId="{D11F894D-9A44-4E67-9A7F-DBBF668E6991}"/>
    <dgm:cxn modelId="{2F002F8C-F9B1-FB47-A431-F15F861D290B}" type="presOf" srcId="{FA473CF1-8492-49F6-848D-9473BDFBCD2A}" destId="{818CB365-94D0-4301-B2F1-4B9D72C52927}" srcOrd="0" destOrd="2" presId="urn:microsoft.com/office/officeart/2018/2/layout/IconLabelDescriptionList"/>
    <dgm:cxn modelId="{72BC2891-3CB5-4752-A07A-1781BA0EAAF3}" srcId="{8C8076B4-CBE1-4E31-BBB4-35A44605CFA1}" destId="{FA473CF1-8492-49F6-848D-9473BDFBCD2A}" srcOrd="2" destOrd="0" parTransId="{2C831C51-C5BB-4235-A27E-E4BEE02086DD}" sibTransId="{F9D42CAA-FA8D-416B-8485-946B34F5DD68}"/>
    <dgm:cxn modelId="{CA98C2A5-EF21-CD48-88AC-2194A34C4125}" type="presOf" srcId="{70733CCA-CA69-4C7C-8047-BCE5F2F65A2A}" destId="{5C677487-B38A-4B2E-8286-04DC97367D56}" srcOrd="0" destOrd="0" presId="urn:microsoft.com/office/officeart/2018/2/layout/IconLabelDescriptionList"/>
    <dgm:cxn modelId="{C2C80BB6-75C2-6E49-AF3E-01AF2A619F2E}" type="presOf" srcId="{8C8076B4-CBE1-4E31-BBB4-35A44605CFA1}" destId="{85A33915-D88E-438C-B844-FDAD559B8B32}" srcOrd="0" destOrd="0" presId="urn:microsoft.com/office/officeart/2018/2/layout/IconLabelDescriptionList"/>
    <dgm:cxn modelId="{BDD6A7BF-36F3-4D4E-80AC-C6B5DC6F80ED}" type="presOf" srcId="{E7C7E57E-B5DA-426E-8230-A5A968E91ABE}" destId="{5C677487-B38A-4B2E-8286-04DC97367D56}" srcOrd="0" destOrd="1" presId="urn:microsoft.com/office/officeart/2018/2/layout/IconLabelDescriptionList"/>
    <dgm:cxn modelId="{8E2840CD-88E9-ED48-BA0E-85F1557F04E6}" type="presOf" srcId="{12D87BEB-C4D6-433E-9056-B92E506D01A9}" destId="{818CB365-94D0-4301-B2F1-4B9D72C52927}" srcOrd="0" destOrd="0" presId="urn:microsoft.com/office/officeart/2018/2/layout/IconLabelDescriptionList"/>
    <dgm:cxn modelId="{3C4505ED-6DDF-4D68-A71F-4C543F878F86}" srcId="{795D82F1-C93C-4C14-A889-8BDE99DF82E8}" destId="{E7C7E57E-B5DA-426E-8230-A5A968E91ABE}" srcOrd="1" destOrd="0" parTransId="{14CB4044-3079-48BA-A70E-475E3D206863}" sibTransId="{EEDDAC68-A518-4E8A-BFFC-4FA4313EE11E}"/>
    <dgm:cxn modelId="{77B529FA-F1A3-204D-89F0-BCED4F7D4C60}" type="presOf" srcId="{795D82F1-C93C-4C14-A889-8BDE99DF82E8}" destId="{2D1018C8-48E1-46E5-BBC0-FBBA197D0424}" srcOrd="0" destOrd="0" presId="urn:microsoft.com/office/officeart/2018/2/layout/IconLabelDescriptionList"/>
    <dgm:cxn modelId="{ED280DFC-C7AC-4A01-9193-0099D9ED131D}" srcId="{795D82F1-C93C-4C14-A889-8BDE99DF82E8}" destId="{70733CCA-CA69-4C7C-8047-BCE5F2F65A2A}" srcOrd="0" destOrd="0" parTransId="{1FCB38E0-C16C-4A80-A922-5EAB4A20A753}" sibTransId="{DA247B07-B2FE-40B0-9804-4A1D8E89DADC}"/>
    <dgm:cxn modelId="{04398D7C-55B1-E942-90F9-8679215AD25F}" type="presParOf" srcId="{456B15BC-489A-4214-9FBC-87F46E441625}" destId="{2B2ECA8C-BF56-4538-8D4E-D7E158C7CD16}" srcOrd="0" destOrd="0" presId="urn:microsoft.com/office/officeart/2018/2/layout/IconLabelDescriptionList"/>
    <dgm:cxn modelId="{C6DB59A5-E163-A34A-BE74-25335ABA1B52}" type="presParOf" srcId="{2B2ECA8C-BF56-4538-8D4E-D7E158C7CD16}" destId="{553CA104-F56D-4E37-9C61-D5DAE27CD7AC}" srcOrd="0" destOrd="0" presId="urn:microsoft.com/office/officeart/2018/2/layout/IconLabelDescriptionList"/>
    <dgm:cxn modelId="{C0DC93FE-FDF0-F843-BDF5-EA4BC47070C5}" type="presParOf" srcId="{2B2ECA8C-BF56-4538-8D4E-D7E158C7CD16}" destId="{CDA575D7-7D57-4CA5-B1E0-6C5CF30225F6}" srcOrd="1" destOrd="0" presId="urn:microsoft.com/office/officeart/2018/2/layout/IconLabelDescriptionList"/>
    <dgm:cxn modelId="{F66183EE-9CD1-964B-9888-C6E2651BCCD9}" type="presParOf" srcId="{2B2ECA8C-BF56-4538-8D4E-D7E158C7CD16}" destId="{85A33915-D88E-438C-B844-FDAD559B8B32}" srcOrd="2" destOrd="0" presId="urn:microsoft.com/office/officeart/2018/2/layout/IconLabelDescriptionList"/>
    <dgm:cxn modelId="{45D18504-3FCF-C04D-BCAF-422723B2153F}" type="presParOf" srcId="{2B2ECA8C-BF56-4538-8D4E-D7E158C7CD16}" destId="{D838437A-64BF-43F9-8E27-4A80A0995CCC}" srcOrd="3" destOrd="0" presId="urn:microsoft.com/office/officeart/2018/2/layout/IconLabelDescriptionList"/>
    <dgm:cxn modelId="{B853C552-20FE-C843-BB7E-C912372ED84A}" type="presParOf" srcId="{2B2ECA8C-BF56-4538-8D4E-D7E158C7CD16}" destId="{818CB365-94D0-4301-B2F1-4B9D72C52927}" srcOrd="4" destOrd="0" presId="urn:microsoft.com/office/officeart/2018/2/layout/IconLabelDescriptionList"/>
    <dgm:cxn modelId="{829FC5F5-6116-6A47-B1AC-7ACD58C8743D}" type="presParOf" srcId="{456B15BC-489A-4214-9FBC-87F46E441625}" destId="{60A25FA6-B404-4B55-B972-672B2A37B531}" srcOrd="1" destOrd="0" presId="urn:microsoft.com/office/officeart/2018/2/layout/IconLabelDescriptionList"/>
    <dgm:cxn modelId="{01AB4658-1BAC-344F-B497-06782BEAEE6D}" type="presParOf" srcId="{456B15BC-489A-4214-9FBC-87F46E441625}" destId="{AD3882B3-45CA-4906-A01D-8B775BB075D8}" srcOrd="2" destOrd="0" presId="urn:microsoft.com/office/officeart/2018/2/layout/IconLabelDescriptionList"/>
    <dgm:cxn modelId="{5E310165-962D-374A-9227-EB74A2A0CB41}" type="presParOf" srcId="{AD3882B3-45CA-4906-A01D-8B775BB075D8}" destId="{2CD31B4B-7764-4870-AEFA-2C205346BFDC}" srcOrd="0" destOrd="0" presId="urn:microsoft.com/office/officeart/2018/2/layout/IconLabelDescriptionList"/>
    <dgm:cxn modelId="{6B438B1B-C65D-1A44-B155-3011A9AD719E}" type="presParOf" srcId="{AD3882B3-45CA-4906-A01D-8B775BB075D8}" destId="{89032833-381F-4469-A4A1-EDE0CDD7AC9A}" srcOrd="1" destOrd="0" presId="urn:microsoft.com/office/officeart/2018/2/layout/IconLabelDescriptionList"/>
    <dgm:cxn modelId="{6609D77A-9ADA-5B43-9620-826D7B24B228}" type="presParOf" srcId="{AD3882B3-45CA-4906-A01D-8B775BB075D8}" destId="{2D1018C8-48E1-46E5-BBC0-FBBA197D0424}" srcOrd="2" destOrd="0" presId="urn:microsoft.com/office/officeart/2018/2/layout/IconLabelDescriptionList"/>
    <dgm:cxn modelId="{E712D7E6-818B-4E47-AA53-BE7501633FA8}" type="presParOf" srcId="{AD3882B3-45CA-4906-A01D-8B775BB075D8}" destId="{53E7975D-8527-4F9C-92D1-1616DACB5EEB}" srcOrd="3" destOrd="0" presId="urn:microsoft.com/office/officeart/2018/2/layout/IconLabelDescriptionList"/>
    <dgm:cxn modelId="{D2CB58BF-5431-7946-B440-449E374DF786}" type="presParOf" srcId="{AD3882B3-45CA-4906-A01D-8B775BB075D8}" destId="{5C677487-B38A-4B2E-8286-04DC97367D5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97C8C5-CEAB-4FB9-B6F8-4134A49E9B3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06565A4-6CDF-4F3D-AEE7-20B1C037B4B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Development Approach Changes:</a:t>
          </a:r>
        </a:p>
      </dgm:t>
    </dgm:pt>
    <dgm:pt modelId="{93E1FEA7-162B-4E85-A2F3-C5E530AB3A4A}" type="parTrans" cxnId="{E7BAD4CA-508D-47BF-B456-5EF882C889A2}">
      <dgm:prSet/>
      <dgm:spPr/>
      <dgm:t>
        <a:bodyPr/>
        <a:lstStyle/>
        <a:p>
          <a:endParaRPr lang="en-US"/>
        </a:p>
      </dgm:t>
    </dgm:pt>
    <dgm:pt modelId="{969835D9-CA5D-4427-BE4E-1F7472F0CC02}" type="sibTrans" cxnId="{E7BAD4CA-508D-47BF-B456-5EF882C889A2}">
      <dgm:prSet/>
      <dgm:spPr/>
      <dgm:t>
        <a:bodyPr/>
        <a:lstStyle/>
        <a:p>
          <a:endParaRPr lang="en-US"/>
        </a:p>
      </dgm:t>
    </dgm:pt>
    <dgm:pt modelId="{09F47C5B-2000-49F2-83D4-F3C07CD1EA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Backend development started later than originally planned</a:t>
          </a:r>
        </a:p>
      </dgm:t>
    </dgm:pt>
    <dgm:pt modelId="{F2322AAE-A363-4D3E-92BD-DAF4A021B1D9}" type="parTrans" cxnId="{152963C3-43FD-4FB3-A358-8FCF0F3C36C5}">
      <dgm:prSet/>
      <dgm:spPr/>
      <dgm:t>
        <a:bodyPr/>
        <a:lstStyle/>
        <a:p>
          <a:endParaRPr lang="en-US"/>
        </a:p>
      </dgm:t>
    </dgm:pt>
    <dgm:pt modelId="{E3023B15-CD32-4585-B567-D861BB02E4C0}" type="sibTrans" cxnId="{152963C3-43FD-4FB3-A358-8FCF0F3C36C5}">
      <dgm:prSet/>
      <dgm:spPr/>
      <dgm:t>
        <a:bodyPr/>
        <a:lstStyle/>
        <a:p>
          <a:endParaRPr lang="en-US"/>
        </a:p>
      </dgm:t>
    </dgm:pt>
    <dgm:pt modelId="{3F32CA3F-F809-4F27-9CC3-D92D6982C7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Adopted frontend-first approach before backend integration</a:t>
          </a:r>
        </a:p>
      </dgm:t>
    </dgm:pt>
    <dgm:pt modelId="{9C3ACAEF-B8FF-41C6-95CF-7A2D74B4AC9B}" type="parTrans" cxnId="{5BD63AC0-ECE4-4A6E-AEF6-BE0F85F4EAFF}">
      <dgm:prSet/>
      <dgm:spPr/>
      <dgm:t>
        <a:bodyPr/>
        <a:lstStyle/>
        <a:p>
          <a:endParaRPr lang="en-US"/>
        </a:p>
      </dgm:t>
    </dgm:pt>
    <dgm:pt modelId="{225E24BC-13C3-4DEB-999F-0665305730FF}" type="sibTrans" cxnId="{5BD63AC0-ECE4-4A6E-AEF6-BE0F85F4EAFF}">
      <dgm:prSet/>
      <dgm:spPr/>
      <dgm:t>
        <a:bodyPr/>
        <a:lstStyle/>
        <a:p>
          <a:endParaRPr lang="en-US"/>
        </a:p>
      </dgm:t>
    </dgm:pt>
    <dgm:pt modelId="{56DF1067-399C-4080-8662-9C5DD4CADFA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Technology Stack Updates:</a:t>
          </a:r>
        </a:p>
      </dgm:t>
    </dgm:pt>
    <dgm:pt modelId="{06CC9249-E949-4C99-818D-CFB9C23DE2F3}" type="parTrans" cxnId="{F3ED473E-94DF-442B-BAE5-FF1812E52CA8}">
      <dgm:prSet/>
      <dgm:spPr/>
      <dgm:t>
        <a:bodyPr/>
        <a:lstStyle/>
        <a:p>
          <a:endParaRPr lang="en-US"/>
        </a:p>
      </dgm:t>
    </dgm:pt>
    <dgm:pt modelId="{7BDD5CE3-4096-4E1D-A1C5-E8082E560AD8}" type="sibTrans" cxnId="{F3ED473E-94DF-442B-BAE5-FF1812E52CA8}">
      <dgm:prSet/>
      <dgm:spPr/>
      <dgm:t>
        <a:bodyPr/>
        <a:lstStyle/>
        <a:p>
          <a:endParaRPr lang="en-US"/>
        </a:p>
      </dgm:t>
    </dgm:pt>
    <dgm:pt modelId="{5A5C299D-3B75-4335-89E4-0262D4E747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Supabase chosen for database integration and authentication</a:t>
          </a:r>
        </a:p>
      </dgm:t>
    </dgm:pt>
    <dgm:pt modelId="{2E170B09-21DE-44AB-B8C0-515856444709}" type="parTrans" cxnId="{AE40B249-A16A-461A-8B85-189B184CCEE0}">
      <dgm:prSet/>
      <dgm:spPr/>
      <dgm:t>
        <a:bodyPr/>
        <a:lstStyle/>
        <a:p>
          <a:endParaRPr lang="en-US"/>
        </a:p>
      </dgm:t>
    </dgm:pt>
    <dgm:pt modelId="{2583CC01-CB86-48E1-BEA1-9E6C3B376A8A}" type="sibTrans" cxnId="{AE40B249-A16A-461A-8B85-189B184CCEE0}">
      <dgm:prSet/>
      <dgm:spPr/>
      <dgm:t>
        <a:bodyPr/>
        <a:lstStyle/>
        <a:p>
          <a:endParaRPr lang="en-US"/>
        </a:p>
      </dgm:t>
    </dgm:pt>
    <dgm:pt modelId="{FDCBF4EB-B75E-4120-A5AC-9D3BC255F4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Real-time features enabled through Supabase capabilities</a:t>
          </a:r>
        </a:p>
      </dgm:t>
    </dgm:pt>
    <dgm:pt modelId="{626E47C6-D136-4DD7-A408-07FB0DE9F3AB}" type="parTrans" cxnId="{526B5560-1F3A-46F5-A67E-E8E507ED2399}">
      <dgm:prSet/>
      <dgm:spPr/>
      <dgm:t>
        <a:bodyPr/>
        <a:lstStyle/>
        <a:p>
          <a:endParaRPr lang="en-US"/>
        </a:p>
      </dgm:t>
    </dgm:pt>
    <dgm:pt modelId="{8DC1FD88-D90A-4F59-9232-2EA368B2A346}" type="sibTrans" cxnId="{526B5560-1F3A-46F5-A67E-E8E507ED2399}">
      <dgm:prSet/>
      <dgm:spPr/>
      <dgm:t>
        <a:bodyPr/>
        <a:lstStyle/>
        <a:p>
          <a:endParaRPr lang="en-US"/>
        </a:p>
      </dgm:t>
    </dgm:pt>
    <dgm:pt modelId="{3577FA7B-3C8B-43EC-96D0-4749E787698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Impact on Timeline:</a:t>
          </a:r>
        </a:p>
      </dgm:t>
    </dgm:pt>
    <dgm:pt modelId="{237284D2-2E26-4F89-AF50-D0D5E68B5664}" type="parTrans" cxnId="{BDE6AE14-09B9-456F-9721-B3F83D7C4E20}">
      <dgm:prSet/>
      <dgm:spPr/>
      <dgm:t>
        <a:bodyPr/>
        <a:lstStyle/>
        <a:p>
          <a:endParaRPr lang="en-US"/>
        </a:p>
      </dgm:t>
    </dgm:pt>
    <dgm:pt modelId="{CDF7512F-0785-4701-B6D0-D75E23876688}" type="sibTrans" cxnId="{BDE6AE14-09B9-456F-9721-B3F83D7C4E20}">
      <dgm:prSet/>
      <dgm:spPr/>
      <dgm:t>
        <a:bodyPr/>
        <a:lstStyle/>
        <a:p>
          <a:endParaRPr lang="en-US"/>
        </a:p>
      </dgm:t>
    </dgm:pt>
    <dgm:pt modelId="{91394526-3247-4C55-B799-D4BBD12FA9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Core features prioritized to maintain project schedule</a:t>
          </a:r>
        </a:p>
      </dgm:t>
    </dgm:pt>
    <dgm:pt modelId="{61B03E19-17BF-4544-A54A-54C3F7D6BDAB}" type="parTrans" cxnId="{CDAF1659-7BD4-4B1C-AFE3-4371CEE8BF5C}">
      <dgm:prSet/>
      <dgm:spPr/>
      <dgm:t>
        <a:bodyPr/>
        <a:lstStyle/>
        <a:p>
          <a:endParaRPr lang="en-US"/>
        </a:p>
      </dgm:t>
    </dgm:pt>
    <dgm:pt modelId="{1D320C6F-EC09-4227-ABAA-38A329381D1A}" type="sibTrans" cxnId="{CDAF1659-7BD4-4B1C-AFE3-4371CEE8BF5C}">
      <dgm:prSet/>
      <dgm:spPr/>
      <dgm:t>
        <a:bodyPr/>
        <a:lstStyle/>
        <a:p>
          <a:endParaRPr lang="en-US"/>
        </a:p>
      </dgm:t>
    </dgm:pt>
    <dgm:pt modelId="{6B617FAF-DA27-4AFE-A425-027EBAE313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Integration phase extended for thorough testing</a:t>
          </a:r>
        </a:p>
      </dgm:t>
    </dgm:pt>
    <dgm:pt modelId="{9718615D-9878-4C54-808C-A1F98323243B}" type="parTrans" cxnId="{C9CD6663-6D68-488F-8BF3-B1EF178E30B5}">
      <dgm:prSet/>
      <dgm:spPr/>
      <dgm:t>
        <a:bodyPr/>
        <a:lstStyle/>
        <a:p>
          <a:endParaRPr lang="en-US"/>
        </a:p>
      </dgm:t>
    </dgm:pt>
    <dgm:pt modelId="{3AAE5C54-7359-4AAC-862B-EB2F69D2826D}" type="sibTrans" cxnId="{C9CD6663-6D68-488F-8BF3-B1EF178E30B5}">
      <dgm:prSet/>
      <dgm:spPr/>
      <dgm:t>
        <a:bodyPr/>
        <a:lstStyle/>
        <a:p>
          <a:endParaRPr lang="en-US"/>
        </a:p>
      </dgm:t>
    </dgm:pt>
    <dgm:pt modelId="{E515AB26-FFE6-4B88-9827-52EC2A857635}" type="pres">
      <dgm:prSet presAssocID="{CF97C8C5-CEAB-4FB9-B6F8-4134A49E9B3C}" presName="root" presStyleCnt="0">
        <dgm:presLayoutVars>
          <dgm:dir/>
          <dgm:resizeHandles val="exact"/>
        </dgm:presLayoutVars>
      </dgm:prSet>
      <dgm:spPr/>
    </dgm:pt>
    <dgm:pt modelId="{02E84447-8B68-4596-83FE-971BAF17CBED}" type="pres">
      <dgm:prSet presAssocID="{606565A4-6CDF-4F3D-AEE7-20B1C037B4B5}" presName="compNode" presStyleCnt="0"/>
      <dgm:spPr/>
    </dgm:pt>
    <dgm:pt modelId="{44F5FB9F-F99E-4691-B652-F3BA88966DE5}" type="pres">
      <dgm:prSet presAssocID="{606565A4-6CDF-4F3D-AEE7-20B1C037B4B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DFC4935-A17F-4D0D-9D47-1DB107FE1291}" type="pres">
      <dgm:prSet presAssocID="{606565A4-6CDF-4F3D-AEE7-20B1C037B4B5}" presName="iconSpace" presStyleCnt="0"/>
      <dgm:spPr/>
    </dgm:pt>
    <dgm:pt modelId="{D721D75A-1BC9-42B9-836B-5552F08C8858}" type="pres">
      <dgm:prSet presAssocID="{606565A4-6CDF-4F3D-AEE7-20B1C037B4B5}" presName="parTx" presStyleLbl="revTx" presStyleIdx="0" presStyleCnt="6">
        <dgm:presLayoutVars>
          <dgm:chMax val="0"/>
          <dgm:chPref val="0"/>
        </dgm:presLayoutVars>
      </dgm:prSet>
      <dgm:spPr/>
    </dgm:pt>
    <dgm:pt modelId="{A62B131A-D8F4-4444-9D25-0F2C729CCE48}" type="pres">
      <dgm:prSet presAssocID="{606565A4-6CDF-4F3D-AEE7-20B1C037B4B5}" presName="txSpace" presStyleCnt="0"/>
      <dgm:spPr/>
    </dgm:pt>
    <dgm:pt modelId="{918A33EB-D62B-43E3-BAB2-8EE2188B11E7}" type="pres">
      <dgm:prSet presAssocID="{606565A4-6CDF-4F3D-AEE7-20B1C037B4B5}" presName="desTx" presStyleLbl="revTx" presStyleIdx="1" presStyleCnt="6">
        <dgm:presLayoutVars/>
      </dgm:prSet>
      <dgm:spPr/>
    </dgm:pt>
    <dgm:pt modelId="{F1E660D5-BCB7-48F7-80B4-713B701B6E7D}" type="pres">
      <dgm:prSet presAssocID="{969835D9-CA5D-4427-BE4E-1F7472F0CC02}" presName="sibTrans" presStyleCnt="0"/>
      <dgm:spPr/>
    </dgm:pt>
    <dgm:pt modelId="{9AC2B812-6A16-4D7C-B30C-0DD3C1BBF0A6}" type="pres">
      <dgm:prSet presAssocID="{56DF1067-399C-4080-8662-9C5DD4CADFA4}" presName="compNode" presStyleCnt="0"/>
      <dgm:spPr/>
    </dgm:pt>
    <dgm:pt modelId="{F781A4EF-D134-4203-B330-151EB7F7046D}" type="pres">
      <dgm:prSet presAssocID="{56DF1067-399C-4080-8662-9C5DD4CADFA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FFB5676-D1CD-497A-BE51-33AE53DEB4D9}" type="pres">
      <dgm:prSet presAssocID="{56DF1067-399C-4080-8662-9C5DD4CADFA4}" presName="iconSpace" presStyleCnt="0"/>
      <dgm:spPr/>
    </dgm:pt>
    <dgm:pt modelId="{9144CA8C-1C58-45F0-AEE8-B17071C09339}" type="pres">
      <dgm:prSet presAssocID="{56DF1067-399C-4080-8662-9C5DD4CADFA4}" presName="parTx" presStyleLbl="revTx" presStyleIdx="2" presStyleCnt="6">
        <dgm:presLayoutVars>
          <dgm:chMax val="0"/>
          <dgm:chPref val="0"/>
        </dgm:presLayoutVars>
      </dgm:prSet>
      <dgm:spPr/>
    </dgm:pt>
    <dgm:pt modelId="{BB23977B-5967-4E41-AF00-CA8B382D2C67}" type="pres">
      <dgm:prSet presAssocID="{56DF1067-399C-4080-8662-9C5DD4CADFA4}" presName="txSpace" presStyleCnt="0"/>
      <dgm:spPr/>
    </dgm:pt>
    <dgm:pt modelId="{2FC5933C-2ACF-4B45-A4F2-5F15E3A7B270}" type="pres">
      <dgm:prSet presAssocID="{56DF1067-399C-4080-8662-9C5DD4CADFA4}" presName="desTx" presStyleLbl="revTx" presStyleIdx="3" presStyleCnt="6">
        <dgm:presLayoutVars/>
      </dgm:prSet>
      <dgm:spPr/>
    </dgm:pt>
    <dgm:pt modelId="{A1BF5638-58D8-4DE4-9E89-10485AD022F0}" type="pres">
      <dgm:prSet presAssocID="{7BDD5CE3-4096-4E1D-A1C5-E8082E560AD8}" presName="sibTrans" presStyleCnt="0"/>
      <dgm:spPr/>
    </dgm:pt>
    <dgm:pt modelId="{84F2B364-C273-491A-9023-5A4989638EC2}" type="pres">
      <dgm:prSet presAssocID="{3577FA7B-3C8B-43EC-96D0-4749E7876988}" presName="compNode" presStyleCnt="0"/>
      <dgm:spPr/>
    </dgm:pt>
    <dgm:pt modelId="{E7A2542C-4A2B-42AC-A3FF-5E922D4A890A}" type="pres">
      <dgm:prSet presAssocID="{3577FA7B-3C8B-43EC-96D0-4749E787698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541FA304-B47D-4AA2-97D9-6171C2E78C2B}" type="pres">
      <dgm:prSet presAssocID="{3577FA7B-3C8B-43EC-96D0-4749E7876988}" presName="iconSpace" presStyleCnt="0"/>
      <dgm:spPr/>
    </dgm:pt>
    <dgm:pt modelId="{02BE723C-34DA-4B14-995D-0B16A3078E28}" type="pres">
      <dgm:prSet presAssocID="{3577FA7B-3C8B-43EC-96D0-4749E7876988}" presName="parTx" presStyleLbl="revTx" presStyleIdx="4" presStyleCnt="6">
        <dgm:presLayoutVars>
          <dgm:chMax val="0"/>
          <dgm:chPref val="0"/>
        </dgm:presLayoutVars>
      </dgm:prSet>
      <dgm:spPr/>
    </dgm:pt>
    <dgm:pt modelId="{AFCF8140-6EC9-499D-892B-2EF7126158AA}" type="pres">
      <dgm:prSet presAssocID="{3577FA7B-3C8B-43EC-96D0-4749E7876988}" presName="txSpace" presStyleCnt="0"/>
      <dgm:spPr/>
    </dgm:pt>
    <dgm:pt modelId="{C0CA1FBB-CE91-4FF4-BC7B-1AF17901F4E3}" type="pres">
      <dgm:prSet presAssocID="{3577FA7B-3C8B-43EC-96D0-4749E7876988}" presName="desTx" presStyleLbl="revTx" presStyleIdx="5" presStyleCnt="6">
        <dgm:presLayoutVars/>
      </dgm:prSet>
      <dgm:spPr/>
    </dgm:pt>
  </dgm:ptLst>
  <dgm:cxnLst>
    <dgm:cxn modelId="{BDE6AE14-09B9-456F-9721-B3F83D7C4E20}" srcId="{CF97C8C5-CEAB-4FB9-B6F8-4134A49E9B3C}" destId="{3577FA7B-3C8B-43EC-96D0-4749E7876988}" srcOrd="2" destOrd="0" parTransId="{237284D2-2E26-4F89-AF50-D0D5E68B5664}" sibTransId="{CDF7512F-0785-4701-B6D0-D75E23876688}"/>
    <dgm:cxn modelId="{B0C9631C-1C7C-C04D-92AD-4D7CAD50218C}" type="presOf" srcId="{606565A4-6CDF-4F3D-AEE7-20B1C037B4B5}" destId="{D721D75A-1BC9-42B9-836B-5552F08C8858}" srcOrd="0" destOrd="0" presId="urn:microsoft.com/office/officeart/2018/5/layout/CenteredIconLabelDescriptionList"/>
    <dgm:cxn modelId="{9ECBD227-237C-3A44-AD34-5B6DB72BE457}" type="presOf" srcId="{CF97C8C5-CEAB-4FB9-B6F8-4134A49E9B3C}" destId="{E515AB26-FFE6-4B88-9827-52EC2A857635}" srcOrd="0" destOrd="0" presId="urn:microsoft.com/office/officeart/2018/5/layout/CenteredIconLabelDescriptionList"/>
    <dgm:cxn modelId="{F3ED473E-94DF-442B-BAE5-FF1812E52CA8}" srcId="{CF97C8C5-CEAB-4FB9-B6F8-4134A49E9B3C}" destId="{56DF1067-399C-4080-8662-9C5DD4CADFA4}" srcOrd="1" destOrd="0" parTransId="{06CC9249-E949-4C99-818D-CFB9C23DE2F3}" sibTransId="{7BDD5CE3-4096-4E1D-A1C5-E8082E560AD8}"/>
    <dgm:cxn modelId="{AE40B249-A16A-461A-8B85-189B184CCEE0}" srcId="{56DF1067-399C-4080-8662-9C5DD4CADFA4}" destId="{5A5C299D-3B75-4335-89E4-0262D4E747B6}" srcOrd="0" destOrd="0" parTransId="{2E170B09-21DE-44AB-B8C0-515856444709}" sibTransId="{2583CC01-CB86-48E1-BEA1-9E6C3B376A8A}"/>
    <dgm:cxn modelId="{CDAF1659-7BD4-4B1C-AFE3-4371CEE8BF5C}" srcId="{3577FA7B-3C8B-43EC-96D0-4749E7876988}" destId="{91394526-3247-4C55-B799-D4BBD12FA917}" srcOrd="0" destOrd="0" parTransId="{61B03E19-17BF-4544-A54A-54C3F7D6BDAB}" sibTransId="{1D320C6F-EC09-4227-ABAA-38A329381D1A}"/>
    <dgm:cxn modelId="{526B5560-1F3A-46F5-A67E-E8E507ED2399}" srcId="{56DF1067-399C-4080-8662-9C5DD4CADFA4}" destId="{FDCBF4EB-B75E-4120-A5AC-9D3BC255F4B8}" srcOrd="1" destOrd="0" parTransId="{626E47C6-D136-4DD7-A408-07FB0DE9F3AB}" sibTransId="{8DC1FD88-D90A-4F59-9232-2EA368B2A346}"/>
    <dgm:cxn modelId="{C9CD6663-6D68-488F-8BF3-B1EF178E30B5}" srcId="{3577FA7B-3C8B-43EC-96D0-4749E7876988}" destId="{6B617FAF-DA27-4AFE-A425-027EBAE313F5}" srcOrd="1" destOrd="0" parTransId="{9718615D-9878-4C54-808C-A1F98323243B}" sibTransId="{3AAE5C54-7359-4AAC-862B-EB2F69D2826D}"/>
    <dgm:cxn modelId="{42BC5B6F-FC5D-5540-86A5-34004414F772}" type="presOf" srcId="{56DF1067-399C-4080-8662-9C5DD4CADFA4}" destId="{9144CA8C-1C58-45F0-AEE8-B17071C09339}" srcOrd="0" destOrd="0" presId="urn:microsoft.com/office/officeart/2018/5/layout/CenteredIconLabelDescriptionList"/>
    <dgm:cxn modelId="{002C4294-0003-2440-8DD7-DAF5614E9F82}" type="presOf" srcId="{6B617FAF-DA27-4AFE-A425-027EBAE313F5}" destId="{C0CA1FBB-CE91-4FF4-BC7B-1AF17901F4E3}" srcOrd="0" destOrd="1" presId="urn:microsoft.com/office/officeart/2018/5/layout/CenteredIconLabelDescriptionList"/>
    <dgm:cxn modelId="{18E9EC97-7892-DD49-8874-FC6FFED1BEA1}" type="presOf" srcId="{3577FA7B-3C8B-43EC-96D0-4749E7876988}" destId="{02BE723C-34DA-4B14-995D-0B16A3078E28}" srcOrd="0" destOrd="0" presId="urn:microsoft.com/office/officeart/2018/5/layout/CenteredIconLabelDescriptionList"/>
    <dgm:cxn modelId="{7FB8C9A4-D9DF-1545-B0DA-FFA47E1C6601}" type="presOf" srcId="{5A5C299D-3B75-4335-89E4-0262D4E747B6}" destId="{2FC5933C-2ACF-4B45-A4F2-5F15E3A7B270}" srcOrd="0" destOrd="0" presId="urn:microsoft.com/office/officeart/2018/5/layout/CenteredIconLabelDescriptionList"/>
    <dgm:cxn modelId="{D6B348B3-2611-F34F-A244-EADE70EE0A0D}" type="presOf" srcId="{09F47C5B-2000-49F2-83D4-F3C07CD1EA8B}" destId="{918A33EB-D62B-43E3-BAB2-8EE2188B11E7}" srcOrd="0" destOrd="0" presId="urn:microsoft.com/office/officeart/2018/5/layout/CenteredIconLabelDescriptionList"/>
    <dgm:cxn modelId="{5BD63AC0-ECE4-4A6E-AEF6-BE0F85F4EAFF}" srcId="{606565A4-6CDF-4F3D-AEE7-20B1C037B4B5}" destId="{3F32CA3F-F809-4F27-9CC3-D92D6982C72B}" srcOrd="1" destOrd="0" parTransId="{9C3ACAEF-B8FF-41C6-95CF-7A2D74B4AC9B}" sibTransId="{225E24BC-13C3-4DEB-999F-0665305730FF}"/>
    <dgm:cxn modelId="{152963C3-43FD-4FB3-A358-8FCF0F3C36C5}" srcId="{606565A4-6CDF-4F3D-AEE7-20B1C037B4B5}" destId="{09F47C5B-2000-49F2-83D4-F3C07CD1EA8B}" srcOrd="0" destOrd="0" parTransId="{F2322AAE-A363-4D3E-92BD-DAF4A021B1D9}" sibTransId="{E3023B15-CD32-4585-B567-D861BB02E4C0}"/>
    <dgm:cxn modelId="{19889AC5-9EE4-024B-A378-7E9307761728}" type="presOf" srcId="{FDCBF4EB-B75E-4120-A5AC-9D3BC255F4B8}" destId="{2FC5933C-2ACF-4B45-A4F2-5F15E3A7B270}" srcOrd="0" destOrd="1" presId="urn:microsoft.com/office/officeart/2018/5/layout/CenteredIconLabelDescriptionList"/>
    <dgm:cxn modelId="{E7BAD4CA-508D-47BF-B456-5EF882C889A2}" srcId="{CF97C8C5-CEAB-4FB9-B6F8-4134A49E9B3C}" destId="{606565A4-6CDF-4F3D-AEE7-20B1C037B4B5}" srcOrd="0" destOrd="0" parTransId="{93E1FEA7-162B-4E85-A2F3-C5E530AB3A4A}" sibTransId="{969835D9-CA5D-4427-BE4E-1F7472F0CC02}"/>
    <dgm:cxn modelId="{0DB658D1-ACB5-E843-9EA5-18BA3C0A0B5B}" type="presOf" srcId="{91394526-3247-4C55-B799-D4BBD12FA917}" destId="{C0CA1FBB-CE91-4FF4-BC7B-1AF17901F4E3}" srcOrd="0" destOrd="0" presId="urn:microsoft.com/office/officeart/2018/5/layout/CenteredIconLabelDescriptionList"/>
    <dgm:cxn modelId="{785E16EF-8C3A-304D-AFF8-963725D2D549}" type="presOf" srcId="{3F32CA3F-F809-4F27-9CC3-D92D6982C72B}" destId="{918A33EB-D62B-43E3-BAB2-8EE2188B11E7}" srcOrd="0" destOrd="1" presId="urn:microsoft.com/office/officeart/2018/5/layout/CenteredIconLabelDescriptionList"/>
    <dgm:cxn modelId="{7601EABB-65F1-4945-BAD5-1C66F9B22296}" type="presParOf" srcId="{E515AB26-FFE6-4B88-9827-52EC2A857635}" destId="{02E84447-8B68-4596-83FE-971BAF17CBED}" srcOrd="0" destOrd="0" presId="urn:microsoft.com/office/officeart/2018/5/layout/CenteredIconLabelDescriptionList"/>
    <dgm:cxn modelId="{C2195C67-BA1F-9A42-860B-6F3EA2D514AF}" type="presParOf" srcId="{02E84447-8B68-4596-83FE-971BAF17CBED}" destId="{44F5FB9F-F99E-4691-B652-F3BA88966DE5}" srcOrd="0" destOrd="0" presId="urn:microsoft.com/office/officeart/2018/5/layout/CenteredIconLabelDescriptionList"/>
    <dgm:cxn modelId="{A37E7CA3-461D-4E4B-AFFB-1DEC6158C0DD}" type="presParOf" srcId="{02E84447-8B68-4596-83FE-971BAF17CBED}" destId="{9DFC4935-A17F-4D0D-9D47-1DB107FE1291}" srcOrd="1" destOrd="0" presId="urn:microsoft.com/office/officeart/2018/5/layout/CenteredIconLabelDescriptionList"/>
    <dgm:cxn modelId="{E7C67431-0391-4F47-A675-2E510D26F55B}" type="presParOf" srcId="{02E84447-8B68-4596-83FE-971BAF17CBED}" destId="{D721D75A-1BC9-42B9-836B-5552F08C8858}" srcOrd="2" destOrd="0" presId="urn:microsoft.com/office/officeart/2018/5/layout/CenteredIconLabelDescriptionList"/>
    <dgm:cxn modelId="{01B1F5D3-C945-6E4D-8E33-BB41A411694F}" type="presParOf" srcId="{02E84447-8B68-4596-83FE-971BAF17CBED}" destId="{A62B131A-D8F4-4444-9D25-0F2C729CCE48}" srcOrd="3" destOrd="0" presId="urn:microsoft.com/office/officeart/2018/5/layout/CenteredIconLabelDescriptionList"/>
    <dgm:cxn modelId="{0D36C74E-7288-9F40-BCF5-326FFCD3C7C9}" type="presParOf" srcId="{02E84447-8B68-4596-83FE-971BAF17CBED}" destId="{918A33EB-D62B-43E3-BAB2-8EE2188B11E7}" srcOrd="4" destOrd="0" presId="urn:microsoft.com/office/officeart/2018/5/layout/CenteredIconLabelDescriptionList"/>
    <dgm:cxn modelId="{1C9F3FB2-CDE7-2D4E-BAAB-BC4A1972BB6C}" type="presParOf" srcId="{E515AB26-FFE6-4B88-9827-52EC2A857635}" destId="{F1E660D5-BCB7-48F7-80B4-713B701B6E7D}" srcOrd="1" destOrd="0" presId="urn:microsoft.com/office/officeart/2018/5/layout/CenteredIconLabelDescriptionList"/>
    <dgm:cxn modelId="{B5583A36-2C25-C243-95E8-371C0A0474B7}" type="presParOf" srcId="{E515AB26-FFE6-4B88-9827-52EC2A857635}" destId="{9AC2B812-6A16-4D7C-B30C-0DD3C1BBF0A6}" srcOrd="2" destOrd="0" presId="urn:microsoft.com/office/officeart/2018/5/layout/CenteredIconLabelDescriptionList"/>
    <dgm:cxn modelId="{9F75FC7B-0C9B-D94E-BE65-57E16D8B71AF}" type="presParOf" srcId="{9AC2B812-6A16-4D7C-B30C-0DD3C1BBF0A6}" destId="{F781A4EF-D134-4203-B330-151EB7F7046D}" srcOrd="0" destOrd="0" presId="urn:microsoft.com/office/officeart/2018/5/layout/CenteredIconLabelDescriptionList"/>
    <dgm:cxn modelId="{C25194FB-5993-E74B-9416-B15437CA8D95}" type="presParOf" srcId="{9AC2B812-6A16-4D7C-B30C-0DD3C1BBF0A6}" destId="{3FFB5676-D1CD-497A-BE51-33AE53DEB4D9}" srcOrd="1" destOrd="0" presId="urn:microsoft.com/office/officeart/2018/5/layout/CenteredIconLabelDescriptionList"/>
    <dgm:cxn modelId="{EDA22681-2BFD-4E49-B646-8C5A13ED6039}" type="presParOf" srcId="{9AC2B812-6A16-4D7C-B30C-0DD3C1BBF0A6}" destId="{9144CA8C-1C58-45F0-AEE8-B17071C09339}" srcOrd="2" destOrd="0" presId="urn:microsoft.com/office/officeart/2018/5/layout/CenteredIconLabelDescriptionList"/>
    <dgm:cxn modelId="{BF48D571-E5FF-7648-B3BE-1183BC3C213C}" type="presParOf" srcId="{9AC2B812-6A16-4D7C-B30C-0DD3C1BBF0A6}" destId="{BB23977B-5967-4E41-AF00-CA8B382D2C67}" srcOrd="3" destOrd="0" presId="urn:microsoft.com/office/officeart/2018/5/layout/CenteredIconLabelDescriptionList"/>
    <dgm:cxn modelId="{40F081B8-93FA-4642-8E0C-D2BB4B238397}" type="presParOf" srcId="{9AC2B812-6A16-4D7C-B30C-0DD3C1BBF0A6}" destId="{2FC5933C-2ACF-4B45-A4F2-5F15E3A7B270}" srcOrd="4" destOrd="0" presId="urn:microsoft.com/office/officeart/2018/5/layout/CenteredIconLabelDescriptionList"/>
    <dgm:cxn modelId="{ECC89531-D72F-8140-82B1-E4EBD8BA2F41}" type="presParOf" srcId="{E515AB26-FFE6-4B88-9827-52EC2A857635}" destId="{A1BF5638-58D8-4DE4-9E89-10485AD022F0}" srcOrd="3" destOrd="0" presId="urn:microsoft.com/office/officeart/2018/5/layout/CenteredIconLabelDescriptionList"/>
    <dgm:cxn modelId="{FBE54993-7DF3-C74F-B1BA-1B466BC011DE}" type="presParOf" srcId="{E515AB26-FFE6-4B88-9827-52EC2A857635}" destId="{84F2B364-C273-491A-9023-5A4989638EC2}" srcOrd="4" destOrd="0" presId="urn:microsoft.com/office/officeart/2018/5/layout/CenteredIconLabelDescriptionList"/>
    <dgm:cxn modelId="{9B0F2113-6963-A94F-855D-E7114278954F}" type="presParOf" srcId="{84F2B364-C273-491A-9023-5A4989638EC2}" destId="{E7A2542C-4A2B-42AC-A3FF-5E922D4A890A}" srcOrd="0" destOrd="0" presId="urn:microsoft.com/office/officeart/2018/5/layout/CenteredIconLabelDescriptionList"/>
    <dgm:cxn modelId="{25E25A91-D15B-8742-977E-166E6489571C}" type="presParOf" srcId="{84F2B364-C273-491A-9023-5A4989638EC2}" destId="{541FA304-B47D-4AA2-97D9-6171C2E78C2B}" srcOrd="1" destOrd="0" presId="urn:microsoft.com/office/officeart/2018/5/layout/CenteredIconLabelDescriptionList"/>
    <dgm:cxn modelId="{05453226-38A5-C64A-A745-88B296ED4F40}" type="presParOf" srcId="{84F2B364-C273-491A-9023-5A4989638EC2}" destId="{02BE723C-34DA-4B14-995D-0B16A3078E28}" srcOrd="2" destOrd="0" presId="urn:microsoft.com/office/officeart/2018/5/layout/CenteredIconLabelDescriptionList"/>
    <dgm:cxn modelId="{7205FB9C-08F3-2144-AB2E-090D84446F09}" type="presParOf" srcId="{84F2B364-C273-491A-9023-5A4989638EC2}" destId="{AFCF8140-6EC9-499D-892B-2EF7126158AA}" srcOrd="3" destOrd="0" presId="urn:microsoft.com/office/officeart/2018/5/layout/CenteredIconLabelDescriptionList"/>
    <dgm:cxn modelId="{CC0C37F5-5ADB-984A-99DA-6E79BC7B5AC9}" type="presParOf" srcId="{84F2B364-C273-491A-9023-5A4989638EC2}" destId="{C0CA1FBB-CE91-4FF4-BC7B-1AF17901F4E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F514045-77F7-4FFE-8424-95B4D59C64E1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6517E82-63CA-4243-8479-5481E0C88BC4}">
      <dgm:prSet/>
      <dgm:spPr/>
      <dgm:t>
        <a:bodyPr/>
        <a:lstStyle/>
        <a:p>
          <a:r>
            <a:rPr lang="en-US"/>
            <a:t>Landing page UI with dark theme</a:t>
          </a:r>
        </a:p>
      </dgm:t>
    </dgm:pt>
    <dgm:pt modelId="{2BADEE54-59FB-4419-9F94-D3F2ECAE9154}" type="parTrans" cxnId="{AE934DD9-A1CD-4F83-B668-902B67639CCA}">
      <dgm:prSet/>
      <dgm:spPr/>
      <dgm:t>
        <a:bodyPr/>
        <a:lstStyle/>
        <a:p>
          <a:endParaRPr lang="en-US"/>
        </a:p>
      </dgm:t>
    </dgm:pt>
    <dgm:pt modelId="{87B320D2-7B6E-4139-A860-5EC07612BF58}" type="sibTrans" cxnId="{AE934DD9-A1CD-4F83-B668-902B67639CCA}">
      <dgm:prSet/>
      <dgm:spPr/>
      <dgm:t>
        <a:bodyPr/>
        <a:lstStyle/>
        <a:p>
          <a:endParaRPr lang="en-US"/>
        </a:p>
      </dgm:t>
    </dgm:pt>
    <dgm:pt modelId="{F1C8C113-648C-43F3-9B27-7ECE58E953CD}">
      <dgm:prSet/>
      <dgm:spPr/>
      <dgm:t>
        <a:bodyPr/>
        <a:lstStyle/>
        <a:p>
          <a:r>
            <a:rPr lang="en-US"/>
            <a:t>Navigation bar and buttons</a:t>
          </a:r>
        </a:p>
      </dgm:t>
    </dgm:pt>
    <dgm:pt modelId="{7498EC9D-AEEB-41AB-9E79-D3D227BC23CA}" type="parTrans" cxnId="{466327E6-CB11-40BC-8983-314CCA25F227}">
      <dgm:prSet/>
      <dgm:spPr/>
      <dgm:t>
        <a:bodyPr/>
        <a:lstStyle/>
        <a:p>
          <a:endParaRPr lang="en-US"/>
        </a:p>
      </dgm:t>
    </dgm:pt>
    <dgm:pt modelId="{02F04CCD-F5E0-4E43-9D9E-285E4E52B443}" type="sibTrans" cxnId="{466327E6-CB11-40BC-8983-314CCA25F227}">
      <dgm:prSet/>
      <dgm:spPr/>
      <dgm:t>
        <a:bodyPr/>
        <a:lstStyle/>
        <a:p>
          <a:endParaRPr lang="en-US"/>
        </a:p>
      </dgm:t>
    </dgm:pt>
    <dgm:pt modelId="{6E2D5716-D1AB-466C-BE2E-FC6806BECF9D}">
      <dgm:prSet/>
      <dgm:spPr/>
      <dgm:t>
        <a:bodyPr/>
        <a:lstStyle/>
        <a:p>
          <a:r>
            <a:rPr lang="en-US"/>
            <a:t>Create Account and Login functional</a:t>
          </a:r>
        </a:p>
      </dgm:t>
    </dgm:pt>
    <dgm:pt modelId="{73B7586E-7090-4208-B8AF-1AF39451F092}" type="parTrans" cxnId="{E45F38E8-19B9-42F9-AF21-A6248BEB2666}">
      <dgm:prSet/>
      <dgm:spPr/>
      <dgm:t>
        <a:bodyPr/>
        <a:lstStyle/>
        <a:p>
          <a:endParaRPr lang="en-US"/>
        </a:p>
      </dgm:t>
    </dgm:pt>
    <dgm:pt modelId="{0F5D8E7C-F3FA-4CBB-9822-0BAF3709CBA6}" type="sibTrans" cxnId="{E45F38E8-19B9-42F9-AF21-A6248BEB2666}">
      <dgm:prSet/>
      <dgm:spPr/>
      <dgm:t>
        <a:bodyPr/>
        <a:lstStyle/>
        <a:p>
          <a:endParaRPr lang="en-US"/>
        </a:p>
      </dgm:t>
    </dgm:pt>
    <dgm:pt modelId="{4EA368B2-A319-4C6C-9BAE-371494ECBCBB}">
      <dgm:prSet/>
      <dgm:spPr/>
      <dgm:t>
        <a:bodyPr/>
        <a:lstStyle/>
        <a:p>
          <a:r>
            <a:rPr lang="en-US"/>
            <a:t>Student Dashboard layout</a:t>
          </a:r>
        </a:p>
      </dgm:t>
    </dgm:pt>
    <dgm:pt modelId="{B344D0C4-847F-4AB4-B10C-FC4F085988CA}" type="parTrans" cxnId="{EC1E98F6-3B59-4138-8DD5-80C28B394F3F}">
      <dgm:prSet/>
      <dgm:spPr/>
      <dgm:t>
        <a:bodyPr/>
        <a:lstStyle/>
        <a:p>
          <a:endParaRPr lang="en-US"/>
        </a:p>
      </dgm:t>
    </dgm:pt>
    <dgm:pt modelId="{F856AC09-C73D-42A1-B1D7-7E3515DBCF81}" type="sibTrans" cxnId="{EC1E98F6-3B59-4138-8DD5-80C28B394F3F}">
      <dgm:prSet/>
      <dgm:spPr/>
      <dgm:t>
        <a:bodyPr/>
        <a:lstStyle/>
        <a:p>
          <a:endParaRPr lang="en-US"/>
        </a:p>
      </dgm:t>
    </dgm:pt>
    <dgm:pt modelId="{CF821704-9B0A-46F5-9C09-B9AA40CA3C35}">
      <dgm:prSet/>
      <dgm:spPr/>
      <dgm:t>
        <a:bodyPr/>
        <a:lstStyle/>
        <a:p>
          <a:r>
            <a:rPr lang="en-US"/>
            <a:t>Active Groups, Courses, Ratings display</a:t>
          </a:r>
        </a:p>
      </dgm:t>
    </dgm:pt>
    <dgm:pt modelId="{823639C7-64AF-46D8-ABDE-D561DD5A84B2}" type="parTrans" cxnId="{A5F5FDE9-C865-4B8F-879C-395B6ED9C119}">
      <dgm:prSet/>
      <dgm:spPr/>
      <dgm:t>
        <a:bodyPr/>
        <a:lstStyle/>
        <a:p>
          <a:endParaRPr lang="en-US"/>
        </a:p>
      </dgm:t>
    </dgm:pt>
    <dgm:pt modelId="{372F07DF-31EF-4F8B-8AD3-B8596461A6E5}" type="sibTrans" cxnId="{A5F5FDE9-C865-4B8F-879C-395B6ED9C119}">
      <dgm:prSet/>
      <dgm:spPr/>
      <dgm:t>
        <a:bodyPr/>
        <a:lstStyle/>
        <a:p>
          <a:endParaRPr lang="en-US"/>
        </a:p>
      </dgm:t>
    </dgm:pt>
    <dgm:pt modelId="{ACE76B6E-5A7D-480A-B540-5F3D8625D7ED}">
      <dgm:prSet/>
      <dgm:spPr/>
      <dgm:t>
        <a:bodyPr/>
        <a:lstStyle/>
        <a:p>
          <a:r>
            <a:rPr lang="en-US"/>
            <a:t>Backend setup and database structure</a:t>
          </a:r>
        </a:p>
      </dgm:t>
    </dgm:pt>
    <dgm:pt modelId="{B48C52D5-419F-4822-99AA-47F7652CD14D}" type="parTrans" cxnId="{AF0B23C7-8A0B-43A0-9C24-69D6B1BC20DC}">
      <dgm:prSet/>
      <dgm:spPr/>
      <dgm:t>
        <a:bodyPr/>
        <a:lstStyle/>
        <a:p>
          <a:endParaRPr lang="en-US"/>
        </a:p>
      </dgm:t>
    </dgm:pt>
    <dgm:pt modelId="{C5D4639B-DEDE-4109-B2E1-10AA9B78666E}" type="sibTrans" cxnId="{AF0B23C7-8A0B-43A0-9C24-69D6B1BC20DC}">
      <dgm:prSet/>
      <dgm:spPr/>
      <dgm:t>
        <a:bodyPr/>
        <a:lstStyle/>
        <a:p>
          <a:endParaRPr lang="en-US"/>
        </a:p>
      </dgm:t>
    </dgm:pt>
    <dgm:pt modelId="{B09031F2-534F-4CF4-BAE4-32F2922F5747}">
      <dgm:prSet/>
      <dgm:spPr/>
      <dgm:t>
        <a:bodyPr/>
        <a:lstStyle/>
        <a:p>
          <a:r>
            <a:rPr lang="en-US"/>
            <a:t>Authentication logic preparation</a:t>
          </a:r>
        </a:p>
      </dgm:t>
    </dgm:pt>
    <dgm:pt modelId="{808BC4B1-357F-407A-8FC6-693198F12625}" type="parTrans" cxnId="{CF554651-AF1F-4151-B596-004A898E21AD}">
      <dgm:prSet/>
      <dgm:spPr/>
      <dgm:t>
        <a:bodyPr/>
        <a:lstStyle/>
        <a:p>
          <a:endParaRPr lang="en-US"/>
        </a:p>
      </dgm:t>
    </dgm:pt>
    <dgm:pt modelId="{539D06EC-F7E8-47E3-8903-955569AC7D27}" type="sibTrans" cxnId="{CF554651-AF1F-4151-B596-004A898E21AD}">
      <dgm:prSet/>
      <dgm:spPr/>
      <dgm:t>
        <a:bodyPr/>
        <a:lstStyle/>
        <a:p>
          <a:endParaRPr lang="en-US"/>
        </a:p>
      </dgm:t>
    </dgm:pt>
    <dgm:pt modelId="{A87AB9BF-FD84-445D-B4FD-FC98E6ADD5FD}">
      <dgm:prSet/>
      <dgm:spPr/>
      <dgm:t>
        <a:bodyPr/>
        <a:lstStyle/>
        <a:p>
          <a:r>
            <a:rPr lang="en-US" b="0" i="0"/>
            <a:t>Full Supabase Backend Integration</a:t>
          </a:r>
          <a:endParaRPr lang="en-US"/>
        </a:p>
      </dgm:t>
    </dgm:pt>
    <dgm:pt modelId="{0DC70237-348A-4406-AECA-CB42E457B035}" type="parTrans" cxnId="{95C943EF-14F3-42B2-A63D-A066B30AB599}">
      <dgm:prSet/>
      <dgm:spPr/>
      <dgm:t>
        <a:bodyPr/>
        <a:lstStyle/>
        <a:p>
          <a:endParaRPr lang="en-US"/>
        </a:p>
      </dgm:t>
    </dgm:pt>
    <dgm:pt modelId="{518FA298-1CC3-42AF-B6C5-3E9032231C37}" type="sibTrans" cxnId="{95C943EF-14F3-42B2-A63D-A066B30AB599}">
      <dgm:prSet/>
      <dgm:spPr/>
      <dgm:t>
        <a:bodyPr/>
        <a:lstStyle/>
        <a:p>
          <a:endParaRPr lang="en-US"/>
        </a:p>
      </dgm:t>
    </dgm:pt>
    <dgm:pt modelId="{33CD2630-EAD4-9147-8802-CA52789E3E5B}" type="pres">
      <dgm:prSet presAssocID="{EF514045-77F7-4FFE-8424-95B4D59C64E1}" presName="Name0" presStyleCnt="0">
        <dgm:presLayoutVars>
          <dgm:dir/>
          <dgm:resizeHandles val="exact"/>
        </dgm:presLayoutVars>
      </dgm:prSet>
      <dgm:spPr/>
    </dgm:pt>
    <dgm:pt modelId="{5C8EF4FA-866F-434B-88C9-82347D5768F5}" type="pres">
      <dgm:prSet presAssocID="{26517E82-63CA-4243-8479-5481E0C88BC4}" presName="node" presStyleLbl="node1" presStyleIdx="0" presStyleCnt="8">
        <dgm:presLayoutVars>
          <dgm:bulletEnabled val="1"/>
        </dgm:presLayoutVars>
      </dgm:prSet>
      <dgm:spPr/>
    </dgm:pt>
    <dgm:pt modelId="{D9AE178D-5870-914A-8476-E20D42F6DDC1}" type="pres">
      <dgm:prSet presAssocID="{87B320D2-7B6E-4139-A860-5EC07612BF58}" presName="sibTrans" presStyleLbl="sibTrans1D1" presStyleIdx="0" presStyleCnt="7"/>
      <dgm:spPr/>
    </dgm:pt>
    <dgm:pt modelId="{115CD3DF-297A-A24E-8D5D-87E804021259}" type="pres">
      <dgm:prSet presAssocID="{87B320D2-7B6E-4139-A860-5EC07612BF58}" presName="connectorText" presStyleLbl="sibTrans1D1" presStyleIdx="0" presStyleCnt="7"/>
      <dgm:spPr/>
    </dgm:pt>
    <dgm:pt modelId="{A24B0181-5CBF-6E43-9343-47591D981054}" type="pres">
      <dgm:prSet presAssocID="{F1C8C113-648C-43F3-9B27-7ECE58E953CD}" presName="node" presStyleLbl="node1" presStyleIdx="1" presStyleCnt="8">
        <dgm:presLayoutVars>
          <dgm:bulletEnabled val="1"/>
        </dgm:presLayoutVars>
      </dgm:prSet>
      <dgm:spPr/>
    </dgm:pt>
    <dgm:pt modelId="{0C2815A7-71EA-EF4D-BB28-679757248DBE}" type="pres">
      <dgm:prSet presAssocID="{02F04CCD-F5E0-4E43-9D9E-285E4E52B443}" presName="sibTrans" presStyleLbl="sibTrans1D1" presStyleIdx="1" presStyleCnt="7"/>
      <dgm:spPr/>
    </dgm:pt>
    <dgm:pt modelId="{A1098233-0931-CB49-9C0E-F576054631F7}" type="pres">
      <dgm:prSet presAssocID="{02F04CCD-F5E0-4E43-9D9E-285E4E52B443}" presName="connectorText" presStyleLbl="sibTrans1D1" presStyleIdx="1" presStyleCnt="7"/>
      <dgm:spPr/>
    </dgm:pt>
    <dgm:pt modelId="{FEBC9B9E-E3C2-2146-B55A-078897C0FE5D}" type="pres">
      <dgm:prSet presAssocID="{6E2D5716-D1AB-466C-BE2E-FC6806BECF9D}" presName="node" presStyleLbl="node1" presStyleIdx="2" presStyleCnt="8">
        <dgm:presLayoutVars>
          <dgm:bulletEnabled val="1"/>
        </dgm:presLayoutVars>
      </dgm:prSet>
      <dgm:spPr/>
    </dgm:pt>
    <dgm:pt modelId="{6158909E-D24A-C54E-89B6-B459BB9A7E0A}" type="pres">
      <dgm:prSet presAssocID="{0F5D8E7C-F3FA-4CBB-9822-0BAF3709CBA6}" presName="sibTrans" presStyleLbl="sibTrans1D1" presStyleIdx="2" presStyleCnt="7"/>
      <dgm:spPr/>
    </dgm:pt>
    <dgm:pt modelId="{55651D8F-4675-E642-9D3D-48EE56FA8695}" type="pres">
      <dgm:prSet presAssocID="{0F5D8E7C-F3FA-4CBB-9822-0BAF3709CBA6}" presName="connectorText" presStyleLbl="sibTrans1D1" presStyleIdx="2" presStyleCnt="7"/>
      <dgm:spPr/>
    </dgm:pt>
    <dgm:pt modelId="{E974C971-6F03-6246-A5D0-4E1185D12286}" type="pres">
      <dgm:prSet presAssocID="{4EA368B2-A319-4C6C-9BAE-371494ECBCBB}" presName="node" presStyleLbl="node1" presStyleIdx="3" presStyleCnt="8">
        <dgm:presLayoutVars>
          <dgm:bulletEnabled val="1"/>
        </dgm:presLayoutVars>
      </dgm:prSet>
      <dgm:spPr/>
    </dgm:pt>
    <dgm:pt modelId="{513501AF-4662-A542-9E5C-E4E6708056AF}" type="pres">
      <dgm:prSet presAssocID="{F856AC09-C73D-42A1-B1D7-7E3515DBCF81}" presName="sibTrans" presStyleLbl="sibTrans1D1" presStyleIdx="3" presStyleCnt="7"/>
      <dgm:spPr/>
    </dgm:pt>
    <dgm:pt modelId="{E6751AA4-AD93-414F-8BE4-3BD1D83D02F1}" type="pres">
      <dgm:prSet presAssocID="{F856AC09-C73D-42A1-B1D7-7E3515DBCF81}" presName="connectorText" presStyleLbl="sibTrans1D1" presStyleIdx="3" presStyleCnt="7"/>
      <dgm:spPr/>
    </dgm:pt>
    <dgm:pt modelId="{1F3C8BFF-DA01-FF44-8AFE-A8A824452815}" type="pres">
      <dgm:prSet presAssocID="{CF821704-9B0A-46F5-9C09-B9AA40CA3C35}" presName="node" presStyleLbl="node1" presStyleIdx="4" presStyleCnt="8">
        <dgm:presLayoutVars>
          <dgm:bulletEnabled val="1"/>
        </dgm:presLayoutVars>
      </dgm:prSet>
      <dgm:spPr/>
    </dgm:pt>
    <dgm:pt modelId="{83A80061-19A2-E146-BAB8-BB34CE121BBC}" type="pres">
      <dgm:prSet presAssocID="{372F07DF-31EF-4F8B-8AD3-B8596461A6E5}" presName="sibTrans" presStyleLbl="sibTrans1D1" presStyleIdx="4" presStyleCnt="7"/>
      <dgm:spPr/>
    </dgm:pt>
    <dgm:pt modelId="{B90E7611-3FEC-4348-B070-E6298A28B2D0}" type="pres">
      <dgm:prSet presAssocID="{372F07DF-31EF-4F8B-8AD3-B8596461A6E5}" presName="connectorText" presStyleLbl="sibTrans1D1" presStyleIdx="4" presStyleCnt="7"/>
      <dgm:spPr/>
    </dgm:pt>
    <dgm:pt modelId="{6B4DAAD9-CA07-234F-B71E-27A6BB8737EC}" type="pres">
      <dgm:prSet presAssocID="{ACE76B6E-5A7D-480A-B540-5F3D8625D7ED}" presName="node" presStyleLbl="node1" presStyleIdx="5" presStyleCnt="8">
        <dgm:presLayoutVars>
          <dgm:bulletEnabled val="1"/>
        </dgm:presLayoutVars>
      </dgm:prSet>
      <dgm:spPr/>
    </dgm:pt>
    <dgm:pt modelId="{048AD65A-D8FC-7741-A96E-DE6AFE67597A}" type="pres">
      <dgm:prSet presAssocID="{C5D4639B-DEDE-4109-B2E1-10AA9B78666E}" presName="sibTrans" presStyleLbl="sibTrans1D1" presStyleIdx="5" presStyleCnt="7"/>
      <dgm:spPr/>
    </dgm:pt>
    <dgm:pt modelId="{069DFCCD-576D-9948-A21F-5A600080C535}" type="pres">
      <dgm:prSet presAssocID="{C5D4639B-DEDE-4109-B2E1-10AA9B78666E}" presName="connectorText" presStyleLbl="sibTrans1D1" presStyleIdx="5" presStyleCnt="7"/>
      <dgm:spPr/>
    </dgm:pt>
    <dgm:pt modelId="{13019F73-F7BA-C647-B6C2-98DD7C799BA1}" type="pres">
      <dgm:prSet presAssocID="{B09031F2-534F-4CF4-BAE4-32F2922F5747}" presName="node" presStyleLbl="node1" presStyleIdx="6" presStyleCnt="8">
        <dgm:presLayoutVars>
          <dgm:bulletEnabled val="1"/>
        </dgm:presLayoutVars>
      </dgm:prSet>
      <dgm:spPr/>
    </dgm:pt>
    <dgm:pt modelId="{D74D417E-8B6A-E241-A150-A1CA0D41781C}" type="pres">
      <dgm:prSet presAssocID="{539D06EC-F7E8-47E3-8903-955569AC7D27}" presName="sibTrans" presStyleLbl="sibTrans1D1" presStyleIdx="6" presStyleCnt="7"/>
      <dgm:spPr/>
    </dgm:pt>
    <dgm:pt modelId="{3A307D59-C7D6-EA49-9EE2-CECDA107BF85}" type="pres">
      <dgm:prSet presAssocID="{539D06EC-F7E8-47E3-8903-955569AC7D27}" presName="connectorText" presStyleLbl="sibTrans1D1" presStyleIdx="6" presStyleCnt="7"/>
      <dgm:spPr/>
    </dgm:pt>
    <dgm:pt modelId="{2D09DA45-F874-7345-B090-7CB08A566D55}" type="pres">
      <dgm:prSet presAssocID="{A87AB9BF-FD84-445D-B4FD-FC98E6ADD5FD}" presName="node" presStyleLbl="node1" presStyleIdx="7" presStyleCnt="8">
        <dgm:presLayoutVars>
          <dgm:bulletEnabled val="1"/>
        </dgm:presLayoutVars>
      </dgm:prSet>
      <dgm:spPr/>
    </dgm:pt>
  </dgm:ptLst>
  <dgm:cxnLst>
    <dgm:cxn modelId="{C993B500-2AD8-8E4A-8A11-4BC3B518A7D6}" type="presOf" srcId="{539D06EC-F7E8-47E3-8903-955569AC7D27}" destId="{3A307D59-C7D6-EA49-9EE2-CECDA107BF85}" srcOrd="1" destOrd="0" presId="urn:microsoft.com/office/officeart/2016/7/layout/RepeatingBendingProcessNew"/>
    <dgm:cxn modelId="{CB8B8015-3F36-3F41-9F89-573380261D68}" type="presOf" srcId="{EF514045-77F7-4FFE-8424-95B4D59C64E1}" destId="{33CD2630-EAD4-9147-8802-CA52789E3E5B}" srcOrd="0" destOrd="0" presId="urn:microsoft.com/office/officeart/2016/7/layout/RepeatingBendingProcessNew"/>
    <dgm:cxn modelId="{A013161A-3DDE-D641-AB8C-358E0282EA17}" type="presOf" srcId="{ACE76B6E-5A7D-480A-B540-5F3D8625D7ED}" destId="{6B4DAAD9-CA07-234F-B71E-27A6BB8737EC}" srcOrd="0" destOrd="0" presId="urn:microsoft.com/office/officeart/2016/7/layout/RepeatingBendingProcessNew"/>
    <dgm:cxn modelId="{CB8C9232-C42F-0E4A-B836-70DDE3F6649C}" type="presOf" srcId="{F856AC09-C73D-42A1-B1D7-7E3515DBCF81}" destId="{513501AF-4662-A542-9E5C-E4E6708056AF}" srcOrd="0" destOrd="0" presId="urn:microsoft.com/office/officeart/2016/7/layout/RepeatingBendingProcessNew"/>
    <dgm:cxn modelId="{6B0AF338-936D-1148-900A-4093964C286C}" type="presOf" srcId="{0F5D8E7C-F3FA-4CBB-9822-0BAF3709CBA6}" destId="{55651D8F-4675-E642-9D3D-48EE56FA8695}" srcOrd="1" destOrd="0" presId="urn:microsoft.com/office/officeart/2016/7/layout/RepeatingBendingProcessNew"/>
    <dgm:cxn modelId="{BC7A2C50-E1CB-7249-91ED-502B0A832432}" type="presOf" srcId="{26517E82-63CA-4243-8479-5481E0C88BC4}" destId="{5C8EF4FA-866F-434B-88C9-82347D5768F5}" srcOrd="0" destOrd="0" presId="urn:microsoft.com/office/officeart/2016/7/layout/RepeatingBendingProcessNew"/>
    <dgm:cxn modelId="{CF554651-AF1F-4151-B596-004A898E21AD}" srcId="{EF514045-77F7-4FFE-8424-95B4D59C64E1}" destId="{B09031F2-534F-4CF4-BAE4-32F2922F5747}" srcOrd="6" destOrd="0" parTransId="{808BC4B1-357F-407A-8FC6-693198F12625}" sibTransId="{539D06EC-F7E8-47E3-8903-955569AC7D27}"/>
    <dgm:cxn modelId="{3600D45B-5E93-9841-8094-0724EA3B0F47}" type="presOf" srcId="{87B320D2-7B6E-4139-A860-5EC07612BF58}" destId="{D9AE178D-5870-914A-8476-E20D42F6DDC1}" srcOrd="0" destOrd="0" presId="urn:microsoft.com/office/officeart/2016/7/layout/RepeatingBendingProcessNew"/>
    <dgm:cxn modelId="{6E4E9F62-27F3-CE48-8A88-6FE1F96B18A8}" type="presOf" srcId="{02F04CCD-F5E0-4E43-9D9E-285E4E52B443}" destId="{A1098233-0931-CB49-9C0E-F576054631F7}" srcOrd="1" destOrd="0" presId="urn:microsoft.com/office/officeart/2016/7/layout/RepeatingBendingProcessNew"/>
    <dgm:cxn modelId="{52B2F892-02C2-9B46-8507-790152F65D30}" type="presOf" srcId="{0F5D8E7C-F3FA-4CBB-9822-0BAF3709CBA6}" destId="{6158909E-D24A-C54E-89B6-B459BB9A7E0A}" srcOrd="0" destOrd="0" presId="urn:microsoft.com/office/officeart/2016/7/layout/RepeatingBendingProcessNew"/>
    <dgm:cxn modelId="{4BA0B893-A780-9049-BC67-A88907F1AD5A}" type="presOf" srcId="{02F04CCD-F5E0-4E43-9D9E-285E4E52B443}" destId="{0C2815A7-71EA-EF4D-BB28-679757248DBE}" srcOrd="0" destOrd="0" presId="urn:microsoft.com/office/officeart/2016/7/layout/RepeatingBendingProcessNew"/>
    <dgm:cxn modelId="{B39A8295-09E9-2C49-9A37-8B11078189FE}" type="presOf" srcId="{C5D4639B-DEDE-4109-B2E1-10AA9B78666E}" destId="{069DFCCD-576D-9948-A21F-5A600080C535}" srcOrd="1" destOrd="0" presId="urn:microsoft.com/office/officeart/2016/7/layout/RepeatingBendingProcessNew"/>
    <dgm:cxn modelId="{B3D02096-20A9-9648-AD5B-2CEE67D4F445}" type="presOf" srcId="{539D06EC-F7E8-47E3-8903-955569AC7D27}" destId="{D74D417E-8B6A-E241-A150-A1CA0D41781C}" srcOrd="0" destOrd="0" presId="urn:microsoft.com/office/officeart/2016/7/layout/RepeatingBendingProcessNew"/>
    <dgm:cxn modelId="{BC18749B-46E6-474F-A0CE-8AD5C0C3D6DC}" type="presOf" srcId="{A87AB9BF-FD84-445D-B4FD-FC98E6ADD5FD}" destId="{2D09DA45-F874-7345-B090-7CB08A566D55}" srcOrd="0" destOrd="0" presId="urn:microsoft.com/office/officeart/2016/7/layout/RepeatingBendingProcessNew"/>
    <dgm:cxn modelId="{AA897DA4-13A1-D247-B510-C1F74E4CFC74}" type="presOf" srcId="{F856AC09-C73D-42A1-B1D7-7E3515DBCF81}" destId="{E6751AA4-AD93-414F-8BE4-3BD1D83D02F1}" srcOrd="1" destOrd="0" presId="urn:microsoft.com/office/officeart/2016/7/layout/RepeatingBendingProcessNew"/>
    <dgm:cxn modelId="{C7A03FAA-EF89-1C41-9C14-C9BF90C4C933}" type="presOf" srcId="{6E2D5716-D1AB-466C-BE2E-FC6806BECF9D}" destId="{FEBC9B9E-E3C2-2146-B55A-078897C0FE5D}" srcOrd="0" destOrd="0" presId="urn:microsoft.com/office/officeart/2016/7/layout/RepeatingBendingProcessNew"/>
    <dgm:cxn modelId="{1B9117AD-7F67-364C-9FB3-82AB96610166}" type="presOf" srcId="{C5D4639B-DEDE-4109-B2E1-10AA9B78666E}" destId="{048AD65A-D8FC-7741-A96E-DE6AFE67597A}" srcOrd="0" destOrd="0" presId="urn:microsoft.com/office/officeart/2016/7/layout/RepeatingBendingProcessNew"/>
    <dgm:cxn modelId="{94A39CB1-9211-DF4B-9DF6-149A9161BB4E}" type="presOf" srcId="{372F07DF-31EF-4F8B-8AD3-B8596461A6E5}" destId="{83A80061-19A2-E146-BAB8-BB34CE121BBC}" srcOrd="0" destOrd="0" presId="urn:microsoft.com/office/officeart/2016/7/layout/RepeatingBendingProcessNew"/>
    <dgm:cxn modelId="{E86596B6-6ABB-F44D-BC1A-4C759FABA003}" type="presOf" srcId="{CF821704-9B0A-46F5-9C09-B9AA40CA3C35}" destId="{1F3C8BFF-DA01-FF44-8AFE-A8A824452815}" srcOrd="0" destOrd="0" presId="urn:microsoft.com/office/officeart/2016/7/layout/RepeatingBendingProcessNew"/>
    <dgm:cxn modelId="{4A6000C3-B6A2-9340-B47C-523DA9EAC07B}" type="presOf" srcId="{4EA368B2-A319-4C6C-9BAE-371494ECBCBB}" destId="{E974C971-6F03-6246-A5D0-4E1185D12286}" srcOrd="0" destOrd="0" presId="urn:microsoft.com/office/officeart/2016/7/layout/RepeatingBendingProcessNew"/>
    <dgm:cxn modelId="{C33497C5-A000-FA4E-83A8-804D98272A7A}" type="presOf" srcId="{B09031F2-534F-4CF4-BAE4-32F2922F5747}" destId="{13019F73-F7BA-C647-B6C2-98DD7C799BA1}" srcOrd="0" destOrd="0" presId="urn:microsoft.com/office/officeart/2016/7/layout/RepeatingBendingProcessNew"/>
    <dgm:cxn modelId="{AF0B23C7-8A0B-43A0-9C24-69D6B1BC20DC}" srcId="{EF514045-77F7-4FFE-8424-95B4D59C64E1}" destId="{ACE76B6E-5A7D-480A-B540-5F3D8625D7ED}" srcOrd="5" destOrd="0" parTransId="{B48C52D5-419F-4822-99AA-47F7652CD14D}" sibTransId="{C5D4639B-DEDE-4109-B2E1-10AA9B78666E}"/>
    <dgm:cxn modelId="{55F531C8-29F2-5941-B236-40DA024A7F95}" type="presOf" srcId="{372F07DF-31EF-4F8B-8AD3-B8596461A6E5}" destId="{B90E7611-3FEC-4348-B070-E6298A28B2D0}" srcOrd="1" destOrd="0" presId="urn:microsoft.com/office/officeart/2016/7/layout/RepeatingBendingProcessNew"/>
    <dgm:cxn modelId="{7BC0B9D7-8D87-4A4D-BB54-9DAC1D6B5AB9}" type="presOf" srcId="{87B320D2-7B6E-4139-A860-5EC07612BF58}" destId="{115CD3DF-297A-A24E-8D5D-87E804021259}" srcOrd="1" destOrd="0" presId="urn:microsoft.com/office/officeart/2016/7/layout/RepeatingBendingProcessNew"/>
    <dgm:cxn modelId="{AE934DD9-A1CD-4F83-B668-902B67639CCA}" srcId="{EF514045-77F7-4FFE-8424-95B4D59C64E1}" destId="{26517E82-63CA-4243-8479-5481E0C88BC4}" srcOrd="0" destOrd="0" parTransId="{2BADEE54-59FB-4419-9F94-D3F2ECAE9154}" sibTransId="{87B320D2-7B6E-4139-A860-5EC07612BF58}"/>
    <dgm:cxn modelId="{0B3627E5-6754-9E45-B674-8BC44AC18344}" type="presOf" srcId="{F1C8C113-648C-43F3-9B27-7ECE58E953CD}" destId="{A24B0181-5CBF-6E43-9343-47591D981054}" srcOrd="0" destOrd="0" presId="urn:microsoft.com/office/officeart/2016/7/layout/RepeatingBendingProcessNew"/>
    <dgm:cxn modelId="{466327E6-CB11-40BC-8983-314CCA25F227}" srcId="{EF514045-77F7-4FFE-8424-95B4D59C64E1}" destId="{F1C8C113-648C-43F3-9B27-7ECE58E953CD}" srcOrd="1" destOrd="0" parTransId="{7498EC9D-AEEB-41AB-9E79-D3D227BC23CA}" sibTransId="{02F04CCD-F5E0-4E43-9D9E-285E4E52B443}"/>
    <dgm:cxn modelId="{E45F38E8-19B9-42F9-AF21-A6248BEB2666}" srcId="{EF514045-77F7-4FFE-8424-95B4D59C64E1}" destId="{6E2D5716-D1AB-466C-BE2E-FC6806BECF9D}" srcOrd="2" destOrd="0" parTransId="{73B7586E-7090-4208-B8AF-1AF39451F092}" sibTransId="{0F5D8E7C-F3FA-4CBB-9822-0BAF3709CBA6}"/>
    <dgm:cxn modelId="{A5F5FDE9-C865-4B8F-879C-395B6ED9C119}" srcId="{EF514045-77F7-4FFE-8424-95B4D59C64E1}" destId="{CF821704-9B0A-46F5-9C09-B9AA40CA3C35}" srcOrd="4" destOrd="0" parTransId="{823639C7-64AF-46D8-ABDE-D561DD5A84B2}" sibTransId="{372F07DF-31EF-4F8B-8AD3-B8596461A6E5}"/>
    <dgm:cxn modelId="{95C943EF-14F3-42B2-A63D-A066B30AB599}" srcId="{EF514045-77F7-4FFE-8424-95B4D59C64E1}" destId="{A87AB9BF-FD84-445D-B4FD-FC98E6ADD5FD}" srcOrd="7" destOrd="0" parTransId="{0DC70237-348A-4406-AECA-CB42E457B035}" sibTransId="{518FA298-1CC3-42AF-B6C5-3E9032231C37}"/>
    <dgm:cxn modelId="{EC1E98F6-3B59-4138-8DD5-80C28B394F3F}" srcId="{EF514045-77F7-4FFE-8424-95B4D59C64E1}" destId="{4EA368B2-A319-4C6C-9BAE-371494ECBCBB}" srcOrd="3" destOrd="0" parTransId="{B344D0C4-847F-4AB4-B10C-FC4F085988CA}" sibTransId="{F856AC09-C73D-42A1-B1D7-7E3515DBCF81}"/>
    <dgm:cxn modelId="{937445D3-5B17-E046-AAB6-5ADEF58FA659}" type="presParOf" srcId="{33CD2630-EAD4-9147-8802-CA52789E3E5B}" destId="{5C8EF4FA-866F-434B-88C9-82347D5768F5}" srcOrd="0" destOrd="0" presId="urn:microsoft.com/office/officeart/2016/7/layout/RepeatingBendingProcessNew"/>
    <dgm:cxn modelId="{77277732-4C6D-F943-8111-2DC176E566F4}" type="presParOf" srcId="{33CD2630-EAD4-9147-8802-CA52789E3E5B}" destId="{D9AE178D-5870-914A-8476-E20D42F6DDC1}" srcOrd="1" destOrd="0" presId="urn:microsoft.com/office/officeart/2016/7/layout/RepeatingBendingProcessNew"/>
    <dgm:cxn modelId="{EFB0ED2F-7843-7F44-80D0-F43C50F30D44}" type="presParOf" srcId="{D9AE178D-5870-914A-8476-E20D42F6DDC1}" destId="{115CD3DF-297A-A24E-8D5D-87E804021259}" srcOrd="0" destOrd="0" presId="urn:microsoft.com/office/officeart/2016/7/layout/RepeatingBendingProcessNew"/>
    <dgm:cxn modelId="{5A49CA1D-5B92-E048-8B30-FCAA061A78CF}" type="presParOf" srcId="{33CD2630-EAD4-9147-8802-CA52789E3E5B}" destId="{A24B0181-5CBF-6E43-9343-47591D981054}" srcOrd="2" destOrd="0" presId="urn:microsoft.com/office/officeart/2016/7/layout/RepeatingBendingProcessNew"/>
    <dgm:cxn modelId="{D819A425-2D1E-724C-95CF-F9FA9C8570BD}" type="presParOf" srcId="{33CD2630-EAD4-9147-8802-CA52789E3E5B}" destId="{0C2815A7-71EA-EF4D-BB28-679757248DBE}" srcOrd="3" destOrd="0" presId="urn:microsoft.com/office/officeart/2016/7/layout/RepeatingBendingProcessNew"/>
    <dgm:cxn modelId="{00C98069-50C4-C04A-AF23-28277C6B492C}" type="presParOf" srcId="{0C2815A7-71EA-EF4D-BB28-679757248DBE}" destId="{A1098233-0931-CB49-9C0E-F576054631F7}" srcOrd="0" destOrd="0" presId="urn:microsoft.com/office/officeart/2016/7/layout/RepeatingBendingProcessNew"/>
    <dgm:cxn modelId="{398E96FD-5914-A541-ADFE-08C305E23AA6}" type="presParOf" srcId="{33CD2630-EAD4-9147-8802-CA52789E3E5B}" destId="{FEBC9B9E-E3C2-2146-B55A-078897C0FE5D}" srcOrd="4" destOrd="0" presId="urn:microsoft.com/office/officeart/2016/7/layout/RepeatingBendingProcessNew"/>
    <dgm:cxn modelId="{38E9CE8B-1170-CF41-99CB-7454932C3814}" type="presParOf" srcId="{33CD2630-EAD4-9147-8802-CA52789E3E5B}" destId="{6158909E-D24A-C54E-89B6-B459BB9A7E0A}" srcOrd="5" destOrd="0" presId="urn:microsoft.com/office/officeart/2016/7/layout/RepeatingBendingProcessNew"/>
    <dgm:cxn modelId="{3F71A3CA-F25D-6747-9268-5610ACFADD4B}" type="presParOf" srcId="{6158909E-D24A-C54E-89B6-B459BB9A7E0A}" destId="{55651D8F-4675-E642-9D3D-48EE56FA8695}" srcOrd="0" destOrd="0" presId="urn:microsoft.com/office/officeart/2016/7/layout/RepeatingBendingProcessNew"/>
    <dgm:cxn modelId="{656F75A8-14DA-DB47-B7E1-73311B7E6508}" type="presParOf" srcId="{33CD2630-EAD4-9147-8802-CA52789E3E5B}" destId="{E974C971-6F03-6246-A5D0-4E1185D12286}" srcOrd="6" destOrd="0" presId="urn:microsoft.com/office/officeart/2016/7/layout/RepeatingBendingProcessNew"/>
    <dgm:cxn modelId="{772DA92D-71C1-5C40-91A4-87111024073B}" type="presParOf" srcId="{33CD2630-EAD4-9147-8802-CA52789E3E5B}" destId="{513501AF-4662-A542-9E5C-E4E6708056AF}" srcOrd="7" destOrd="0" presId="urn:microsoft.com/office/officeart/2016/7/layout/RepeatingBendingProcessNew"/>
    <dgm:cxn modelId="{C789086A-2052-7E4B-ADF3-2A72DB2FC20D}" type="presParOf" srcId="{513501AF-4662-A542-9E5C-E4E6708056AF}" destId="{E6751AA4-AD93-414F-8BE4-3BD1D83D02F1}" srcOrd="0" destOrd="0" presId="urn:microsoft.com/office/officeart/2016/7/layout/RepeatingBendingProcessNew"/>
    <dgm:cxn modelId="{85538133-2F25-C343-997B-53D1F70E1816}" type="presParOf" srcId="{33CD2630-EAD4-9147-8802-CA52789E3E5B}" destId="{1F3C8BFF-DA01-FF44-8AFE-A8A824452815}" srcOrd="8" destOrd="0" presId="urn:microsoft.com/office/officeart/2016/7/layout/RepeatingBendingProcessNew"/>
    <dgm:cxn modelId="{7F9BB343-10B4-C841-ABBB-FB43698726B4}" type="presParOf" srcId="{33CD2630-EAD4-9147-8802-CA52789E3E5B}" destId="{83A80061-19A2-E146-BAB8-BB34CE121BBC}" srcOrd="9" destOrd="0" presId="urn:microsoft.com/office/officeart/2016/7/layout/RepeatingBendingProcessNew"/>
    <dgm:cxn modelId="{E48062F1-51A4-C74B-A505-1BB6B26F258F}" type="presParOf" srcId="{83A80061-19A2-E146-BAB8-BB34CE121BBC}" destId="{B90E7611-3FEC-4348-B070-E6298A28B2D0}" srcOrd="0" destOrd="0" presId="urn:microsoft.com/office/officeart/2016/7/layout/RepeatingBendingProcessNew"/>
    <dgm:cxn modelId="{DFE3E3AB-FDA4-E94D-879A-9C87434B4DED}" type="presParOf" srcId="{33CD2630-EAD4-9147-8802-CA52789E3E5B}" destId="{6B4DAAD9-CA07-234F-B71E-27A6BB8737EC}" srcOrd="10" destOrd="0" presId="urn:microsoft.com/office/officeart/2016/7/layout/RepeatingBendingProcessNew"/>
    <dgm:cxn modelId="{D25B97AC-2AB0-B44F-978E-4834FB891C63}" type="presParOf" srcId="{33CD2630-EAD4-9147-8802-CA52789E3E5B}" destId="{048AD65A-D8FC-7741-A96E-DE6AFE67597A}" srcOrd="11" destOrd="0" presId="urn:microsoft.com/office/officeart/2016/7/layout/RepeatingBendingProcessNew"/>
    <dgm:cxn modelId="{2675BA3C-DF8E-6142-B155-1ABD0B974EBF}" type="presParOf" srcId="{048AD65A-D8FC-7741-A96E-DE6AFE67597A}" destId="{069DFCCD-576D-9948-A21F-5A600080C535}" srcOrd="0" destOrd="0" presId="urn:microsoft.com/office/officeart/2016/7/layout/RepeatingBendingProcessNew"/>
    <dgm:cxn modelId="{467E11E8-094A-1F47-9D71-8889B3A294BC}" type="presParOf" srcId="{33CD2630-EAD4-9147-8802-CA52789E3E5B}" destId="{13019F73-F7BA-C647-B6C2-98DD7C799BA1}" srcOrd="12" destOrd="0" presId="urn:microsoft.com/office/officeart/2016/7/layout/RepeatingBendingProcessNew"/>
    <dgm:cxn modelId="{FAF4B2AC-E486-0C40-B9F0-0BD24E1B2372}" type="presParOf" srcId="{33CD2630-EAD4-9147-8802-CA52789E3E5B}" destId="{D74D417E-8B6A-E241-A150-A1CA0D41781C}" srcOrd="13" destOrd="0" presId="urn:microsoft.com/office/officeart/2016/7/layout/RepeatingBendingProcessNew"/>
    <dgm:cxn modelId="{38BC719D-A23A-8A43-82E5-558E92E6D546}" type="presParOf" srcId="{D74D417E-8B6A-E241-A150-A1CA0D41781C}" destId="{3A307D59-C7D6-EA49-9EE2-CECDA107BF85}" srcOrd="0" destOrd="0" presId="urn:microsoft.com/office/officeart/2016/7/layout/RepeatingBendingProcessNew"/>
    <dgm:cxn modelId="{636BCAA8-D7C9-E645-AC1B-E763787680FE}" type="presParOf" srcId="{33CD2630-EAD4-9147-8802-CA52789E3E5B}" destId="{2D09DA45-F874-7345-B090-7CB08A566D55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7E3044E-9DA1-4FE0-9B1B-CF3C5F95B99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AA5D9FF-7DD8-450E-B23C-EB8DE16175F6}">
      <dgm:prSet/>
      <dgm:spPr/>
      <dgm:t>
        <a:bodyPr/>
        <a:lstStyle/>
        <a:p>
          <a:r>
            <a:rPr lang="en-US" b="1"/>
            <a:t>Challenge:</a:t>
          </a:r>
          <a:r>
            <a:rPr lang="en-US"/>
            <a:t> Implementing a secure, real-time infrastructure for study group messaging and campus email authentication was more complex than using a simple local database.</a:t>
          </a:r>
        </a:p>
      </dgm:t>
    </dgm:pt>
    <dgm:pt modelId="{E76F12CB-EE28-4B05-969D-CDB47401A584}" type="parTrans" cxnId="{E5015A43-03A1-432F-BF53-AE097AC96B1F}">
      <dgm:prSet/>
      <dgm:spPr/>
      <dgm:t>
        <a:bodyPr/>
        <a:lstStyle/>
        <a:p>
          <a:endParaRPr lang="en-US"/>
        </a:p>
      </dgm:t>
    </dgm:pt>
    <dgm:pt modelId="{26EC0E1E-B30F-4339-8611-9710961AB3F6}" type="sibTrans" cxnId="{E5015A43-03A1-432F-BF53-AE097AC96B1F}">
      <dgm:prSet/>
      <dgm:spPr/>
      <dgm:t>
        <a:bodyPr/>
        <a:lstStyle/>
        <a:p>
          <a:endParaRPr lang="en-US"/>
        </a:p>
      </dgm:t>
    </dgm:pt>
    <dgm:pt modelId="{7C192465-7B00-489D-824D-3C225CA76BDF}">
      <dgm:prSet/>
      <dgm:spPr/>
      <dgm:t>
        <a:bodyPr/>
        <a:lstStyle/>
        <a:p>
          <a:r>
            <a:rPr lang="en-US" b="1"/>
            <a:t>Solution:</a:t>
          </a:r>
          <a:r>
            <a:rPr lang="en-US"/>
            <a:t> Integrated </a:t>
          </a:r>
          <a:r>
            <a:rPr lang="en-US" b="1"/>
            <a:t>Supabase (PostgreSQL)</a:t>
          </a:r>
          <a:r>
            <a:rPr lang="en-US"/>
            <a:t> to handle scalable data storage and </a:t>
          </a:r>
          <a:r>
            <a:rPr lang="en-US" b="1"/>
            <a:t>Row Level Security (RLS)</a:t>
          </a:r>
          <a:r>
            <a:rPr lang="en-US"/>
            <a:t>. This ensured that only verified students can access specific study groups, meeting the security requirements in the SRS.</a:t>
          </a:r>
        </a:p>
      </dgm:t>
    </dgm:pt>
    <dgm:pt modelId="{86630DEB-C105-40A1-8208-5D9CAD28E110}" type="parTrans" cxnId="{C2BC8E5D-FA79-4ACF-A647-989C42D3D980}">
      <dgm:prSet/>
      <dgm:spPr/>
      <dgm:t>
        <a:bodyPr/>
        <a:lstStyle/>
        <a:p>
          <a:endParaRPr lang="en-US"/>
        </a:p>
      </dgm:t>
    </dgm:pt>
    <dgm:pt modelId="{1C657A63-80CA-4CA5-BB19-D1115CD64718}" type="sibTrans" cxnId="{C2BC8E5D-FA79-4ACF-A647-989C42D3D980}">
      <dgm:prSet/>
      <dgm:spPr/>
      <dgm:t>
        <a:bodyPr/>
        <a:lstStyle/>
        <a:p>
          <a:endParaRPr lang="en-US"/>
        </a:p>
      </dgm:t>
    </dgm:pt>
    <dgm:pt modelId="{BC351479-EAC7-7C4D-91C2-257C7FAA3EFB}" type="pres">
      <dgm:prSet presAssocID="{07E3044E-9DA1-4FE0-9B1B-CF3C5F95B99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40BB6D5-5D8D-564B-92F2-4B78AFB528B2}" type="pres">
      <dgm:prSet presAssocID="{3AA5D9FF-7DD8-450E-B23C-EB8DE16175F6}" presName="hierRoot1" presStyleCnt="0"/>
      <dgm:spPr/>
    </dgm:pt>
    <dgm:pt modelId="{814D4E66-6B68-F74C-8742-120E9D837D2E}" type="pres">
      <dgm:prSet presAssocID="{3AA5D9FF-7DD8-450E-B23C-EB8DE16175F6}" presName="composite" presStyleCnt="0"/>
      <dgm:spPr/>
    </dgm:pt>
    <dgm:pt modelId="{732CE3D9-20C4-1E4E-BCE6-4469AE7290B2}" type="pres">
      <dgm:prSet presAssocID="{3AA5D9FF-7DD8-450E-B23C-EB8DE16175F6}" presName="background" presStyleLbl="node0" presStyleIdx="0" presStyleCnt="2"/>
      <dgm:spPr/>
    </dgm:pt>
    <dgm:pt modelId="{095056DA-0269-A342-984F-DBB4CA1B1929}" type="pres">
      <dgm:prSet presAssocID="{3AA5D9FF-7DD8-450E-B23C-EB8DE16175F6}" presName="text" presStyleLbl="fgAcc0" presStyleIdx="0" presStyleCnt="2">
        <dgm:presLayoutVars>
          <dgm:chPref val="3"/>
        </dgm:presLayoutVars>
      </dgm:prSet>
      <dgm:spPr/>
    </dgm:pt>
    <dgm:pt modelId="{51A90B7D-4525-AF48-9B1D-0350D84CA086}" type="pres">
      <dgm:prSet presAssocID="{3AA5D9FF-7DD8-450E-B23C-EB8DE16175F6}" presName="hierChild2" presStyleCnt="0"/>
      <dgm:spPr/>
    </dgm:pt>
    <dgm:pt modelId="{56658115-C72D-DF4D-BF91-A4EF7F15579A}" type="pres">
      <dgm:prSet presAssocID="{7C192465-7B00-489D-824D-3C225CA76BDF}" presName="hierRoot1" presStyleCnt="0"/>
      <dgm:spPr/>
    </dgm:pt>
    <dgm:pt modelId="{24308492-B512-4349-85DA-2F58D3560527}" type="pres">
      <dgm:prSet presAssocID="{7C192465-7B00-489D-824D-3C225CA76BDF}" presName="composite" presStyleCnt="0"/>
      <dgm:spPr/>
    </dgm:pt>
    <dgm:pt modelId="{63C889FD-6F7E-8343-902C-BB40A1F748FD}" type="pres">
      <dgm:prSet presAssocID="{7C192465-7B00-489D-824D-3C225CA76BDF}" presName="background" presStyleLbl="node0" presStyleIdx="1" presStyleCnt="2"/>
      <dgm:spPr/>
    </dgm:pt>
    <dgm:pt modelId="{6A02E7A2-D2FB-7C4F-A45E-B386DC22C764}" type="pres">
      <dgm:prSet presAssocID="{7C192465-7B00-489D-824D-3C225CA76BDF}" presName="text" presStyleLbl="fgAcc0" presStyleIdx="1" presStyleCnt="2">
        <dgm:presLayoutVars>
          <dgm:chPref val="3"/>
        </dgm:presLayoutVars>
      </dgm:prSet>
      <dgm:spPr/>
    </dgm:pt>
    <dgm:pt modelId="{FAAB5D25-86EB-CF40-B7F5-DFEF1CA04879}" type="pres">
      <dgm:prSet presAssocID="{7C192465-7B00-489D-824D-3C225CA76BDF}" presName="hierChild2" presStyleCnt="0"/>
      <dgm:spPr/>
    </dgm:pt>
  </dgm:ptLst>
  <dgm:cxnLst>
    <dgm:cxn modelId="{E5015A43-03A1-432F-BF53-AE097AC96B1F}" srcId="{07E3044E-9DA1-4FE0-9B1B-CF3C5F95B991}" destId="{3AA5D9FF-7DD8-450E-B23C-EB8DE16175F6}" srcOrd="0" destOrd="0" parTransId="{E76F12CB-EE28-4B05-969D-CDB47401A584}" sibTransId="{26EC0E1E-B30F-4339-8611-9710961AB3F6}"/>
    <dgm:cxn modelId="{C2BC8E5D-FA79-4ACF-A647-989C42D3D980}" srcId="{07E3044E-9DA1-4FE0-9B1B-CF3C5F95B991}" destId="{7C192465-7B00-489D-824D-3C225CA76BDF}" srcOrd="1" destOrd="0" parTransId="{86630DEB-C105-40A1-8208-5D9CAD28E110}" sibTransId="{1C657A63-80CA-4CA5-BB19-D1115CD64718}"/>
    <dgm:cxn modelId="{99A6DF6E-A102-464C-87A6-59345014C447}" type="presOf" srcId="{7C192465-7B00-489D-824D-3C225CA76BDF}" destId="{6A02E7A2-D2FB-7C4F-A45E-B386DC22C764}" srcOrd="0" destOrd="0" presId="urn:microsoft.com/office/officeart/2005/8/layout/hierarchy1"/>
    <dgm:cxn modelId="{D7B52A90-3BAE-E043-AFA7-EB55C441B9D8}" type="presOf" srcId="{07E3044E-9DA1-4FE0-9B1B-CF3C5F95B991}" destId="{BC351479-EAC7-7C4D-91C2-257C7FAA3EFB}" srcOrd="0" destOrd="0" presId="urn:microsoft.com/office/officeart/2005/8/layout/hierarchy1"/>
    <dgm:cxn modelId="{3E502EE2-4D79-6B4B-9BBB-F191DFCF9B6F}" type="presOf" srcId="{3AA5D9FF-7DD8-450E-B23C-EB8DE16175F6}" destId="{095056DA-0269-A342-984F-DBB4CA1B1929}" srcOrd="0" destOrd="0" presId="urn:microsoft.com/office/officeart/2005/8/layout/hierarchy1"/>
    <dgm:cxn modelId="{C84F041B-8481-2843-BEB3-868D7A0345DA}" type="presParOf" srcId="{BC351479-EAC7-7C4D-91C2-257C7FAA3EFB}" destId="{740BB6D5-5D8D-564B-92F2-4B78AFB528B2}" srcOrd="0" destOrd="0" presId="urn:microsoft.com/office/officeart/2005/8/layout/hierarchy1"/>
    <dgm:cxn modelId="{23FBE291-3369-4A4B-A8D0-A4042D050A40}" type="presParOf" srcId="{740BB6D5-5D8D-564B-92F2-4B78AFB528B2}" destId="{814D4E66-6B68-F74C-8742-120E9D837D2E}" srcOrd="0" destOrd="0" presId="urn:microsoft.com/office/officeart/2005/8/layout/hierarchy1"/>
    <dgm:cxn modelId="{FCEC917C-77DA-5949-9036-F65E74B95E4D}" type="presParOf" srcId="{814D4E66-6B68-F74C-8742-120E9D837D2E}" destId="{732CE3D9-20C4-1E4E-BCE6-4469AE7290B2}" srcOrd="0" destOrd="0" presId="urn:microsoft.com/office/officeart/2005/8/layout/hierarchy1"/>
    <dgm:cxn modelId="{F81C3E9F-B615-9343-B9C2-10D0474CA885}" type="presParOf" srcId="{814D4E66-6B68-F74C-8742-120E9D837D2E}" destId="{095056DA-0269-A342-984F-DBB4CA1B1929}" srcOrd="1" destOrd="0" presId="urn:microsoft.com/office/officeart/2005/8/layout/hierarchy1"/>
    <dgm:cxn modelId="{5E15AB20-F63F-5E46-A511-4DD24D72D49D}" type="presParOf" srcId="{740BB6D5-5D8D-564B-92F2-4B78AFB528B2}" destId="{51A90B7D-4525-AF48-9B1D-0350D84CA086}" srcOrd="1" destOrd="0" presId="urn:microsoft.com/office/officeart/2005/8/layout/hierarchy1"/>
    <dgm:cxn modelId="{84185119-7B4B-9844-900A-E5C5A1051423}" type="presParOf" srcId="{BC351479-EAC7-7C4D-91C2-257C7FAA3EFB}" destId="{56658115-C72D-DF4D-BF91-A4EF7F15579A}" srcOrd="1" destOrd="0" presId="urn:microsoft.com/office/officeart/2005/8/layout/hierarchy1"/>
    <dgm:cxn modelId="{050FE484-897C-6640-A289-C7C1E7C67D09}" type="presParOf" srcId="{56658115-C72D-DF4D-BF91-A4EF7F15579A}" destId="{24308492-B512-4349-85DA-2F58D3560527}" srcOrd="0" destOrd="0" presId="urn:microsoft.com/office/officeart/2005/8/layout/hierarchy1"/>
    <dgm:cxn modelId="{8741777A-CCD1-0747-A5ED-43315B0080F1}" type="presParOf" srcId="{24308492-B512-4349-85DA-2F58D3560527}" destId="{63C889FD-6F7E-8343-902C-BB40A1F748FD}" srcOrd="0" destOrd="0" presId="urn:microsoft.com/office/officeart/2005/8/layout/hierarchy1"/>
    <dgm:cxn modelId="{E12D6D73-9B39-CD41-BB66-9E332BBF500D}" type="presParOf" srcId="{24308492-B512-4349-85DA-2F58D3560527}" destId="{6A02E7A2-D2FB-7C4F-A45E-B386DC22C764}" srcOrd="1" destOrd="0" presId="urn:microsoft.com/office/officeart/2005/8/layout/hierarchy1"/>
    <dgm:cxn modelId="{AA33E7DF-6AA3-7241-A45C-194E3E35409D}" type="presParOf" srcId="{56658115-C72D-DF4D-BF91-A4EF7F15579A}" destId="{FAAB5D25-86EB-CF40-B7F5-DFEF1CA0487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3CA104-F56D-4E37-9C61-D5DAE27CD7AC}">
      <dsp:nvSpPr>
        <dsp:cNvPr id="0" name=""/>
        <dsp:cNvSpPr/>
      </dsp:nvSpPr>
      <dsp:spPr>
        <a:xfrm>
          <a:off x="4950" y="35308"/>
          <a:ext cx="1317282" cy="13172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A33915-D88E-438C-B844-FDAD559B8B32}">
      <dsp:nvSpPr>
        <dsp:cNvPr id="0" name=""/>
        <dsp:cNvSpPr/>
      </dsp:nvSpPr>
      <dsp:spPr>
        <a:xfrm>
          <a:off x="4950" y="1508199"/>
          <a:ext cx="3763664" cy="564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The Problem:</a:t>
          </a:r>
        </a:p>
      </dsp:txBody>
      <dsp:txXfrm>
        <a:off x="4950" y="1508199"/>
        <a:ext cx="3763664" cy="564549"/>
      </dsp:txXfrm>
    </dsp:sp>
    <dsp:sp modelId="{818CB365-94D0-4301-B2F1-4B9D72C52927}">
      <dsp:nvSpPr>
        <dsp:cNvPr id="0" name=""/>
        <dsp:cNvSpPr/>
      </dsp:nvSpPr>
      <dsp:spPr>
        <a:xfrm>
          <a:off x="4950" y="2145124"/>
          <a:ext cx="3763664" cy="1508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Students struggle to find classmates to study with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Difficulty coordinating schedules for group study sessions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</dsp:txBody>
      <dsp:txXfrm>
        <a:off x="4950" y="2145124"/>
        <a:ext cx="3763664" cy="1508971"/>
      </dsp:txXfrm>
    </dsp:sp>
    <dsp:sp modelId="{2CD31B4B-7764-4870-AEFA-2C205346BFDC}">
      <dsp:nvSpPr>
        <dsp:cNvPr id="0" name=""/>
        <dsp:cNvSpPr/>
      </dsp:nvSpPr>
      <dsp:spPr>
        <a:xfrm>
          <a:off x="4427256" y="35308"/>
          <a:ext cx="1317282" cy="13172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1018C8-48E1-46E5-BBC0-FBBA197D0424}">
      <dsp:nvSpPr>
        <dsp:cNvPr id="0" name=""/>
        <dsp:cNvSpPr/>
      </dsp:nvSpPr>
      <dsp:spPr>
        <a:xfrm>
          <a:off x="4427256" y="1508199"/>
          <a:ext cx="3763664" cy="564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Target Users:</a:t>
          </a:r>
        </a:p>
      </dsp:txBody>
      <dsp:txXfrm>
        <a:off x="4427256" y="1508199"/>
        <a:ext cx="3763664" cy="564549"/>
      </dsp:txXfrm>
    </dsp:sp>
    <dsp:sp modelId="{5C677487-B38A-4B2E-8286-04DC97367D56}">
      <dsp:nvSpPr>
        <dsp:cNvPr id="0" name=""/>
        <dsp:cNvSpPr/>
      </dsp:nvSpPr>
      <dsp:spPr>
        <a:xfrm>
          <a:off x="4427256" y="2145124"/>
          <a:ext cx="3763664" cy="1508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College Students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Group Organizers</a:t>
          </a:r>
        </a:p>
      </dsp:txBody>
      <dsp:txXfrm>
        <a:off x="4427256" y="2145124"/>
        <a:ext cx="3763664" cy="15089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F5FB9F-F99E-4691-B652-F3BA88966DE5}">
      <dsp:nvSpPr>
        <dsp:cNvPr id="0" name=""/>
        <dsp:cNvSpPr/>
      </dsp:nvSpPr>
      <dsp:spPr>
        <a:xfrm>
          <a:off x="800349" y="1009303"/>
          <a:ext cx="854929" cy="8549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21D75A-1BC9-42B9-836B-5552F08C8858}">
      <dsp:nvSpPr>
        <dsp:cNvPr id="0" name=""/>
        <dsp:cNvSpPr/>
      </dsp:nvSpPr>
      <dsp:spPr>
        <a:xfrm>
          <a:off x="6486" y="1957723"/>
          <a:ext cx="2442656" cy="435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Development Approach Changes:</a:t>
          </a:r>
        </a:p>
      </dsp:txBody>
      <dsp:txXfrm>
        <a:off x="6486" y="1957723"/>
        <a:ext cx="2442656" cy="435098"/>
      </dsp:txXfrm>
    </dsp:sp>
    <dsp:sp modelId="{918A33EB-D62B-43E3-BAB2-8EE2188B11E7}">
      <dsp:nvSpPr>
        <dsp:cNvPr id="0" name=""/>
        <dsp:cNvSpPr/>
      </dsp:nvSpPr>
      <dsp:spPr>
        <a:xfrm>
          <a:off x="6486" y="2436305"/>
          <a:ext cx="2442656" cy="7471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Backend development started later than originally planned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Adopted frontend-first approach before backend integration</a:t>
          </a:r>
        </a:p>
      </dsp:txBody>
      <dsp:txXfrm>
        <a:off x="6486" y="2436305"/>
        <a:ext cx="2442656" cy="747196"/>
      </dsp:txXfrm>
    </dsp:sp>
    <dsp:sp modelId="{F781A4EF-D134-4203-B330-151EB7F7046D}">
      <dsp:nvSpPr>
        <dsp:cNvPr id="0" name=""/>
        <dsp:cNvSpPr/>
      </dsp:nvSpPr>
      <dsp:spPr>
        <a:xfrm>
          <a:off x="3670470" y="1009303"/>
          <a:ext cx="854929" cy="8549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44CA8C-1C58-45F0-AEE8-B17071C09339}">
      <dsp:nvSpPr>
        <dsp:cNvPr id="0" name=""/>
        <dsp:cNvSpPr/>
      </dsp:nvSpPr>
      <dsp:spPr>
        <a:xfrm>
          <a:off x="2876607" y="1957723"/>
          <a:ext cx="2442656" cy="435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Technology Stack Updates:</a:t>
          </a:r>
        </a:p>
      </dsp:txBody>
      <dsp:txXfrm>
        <a:off x="2876607" y="1957723"/>
        <a:ext cx="2442656" cy="435098"/>
      </dsp:txXfrm>
    </dsp:sp>
    <dsp:sp modelId="{2FC5933C-2ACF-4B45-A4F2-5F15E3A7B270}">
      <dsp:nvSpPr>
        <dsp:cNvPr id="0" name=""/>
        <dsp:cNvSpPr/>
      </dsp:nvSpPr>
      <dsp:spPr>
        <a:xfrm>
          <a:off x="2876607" y="2436305"/>
          <a:ext cx="2442656" cy="7471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Supabase chosen for database integration and authentication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Real-time features enabled through Supabase capabilities</a:t>
          </a:r>
        </a:p>
      </dsp:txBody>
      <dsp:txXfrm>
        <a:off x="2876607" y="2436305"/>
        <a:ext cx="2442656" cy="747196"/>
      </dsp:txXfrm>
    </dsp:sp>
    <dsp:sp modelId="{E7A2542C-4A2B-42AC-A3FF-5E922D4A890A}">
      <dsp:nvSpPr>
        <dsp:cNvPr id="0" name=""/>
        <dsp:cNvSpPr/>
      </dsp:nvSpPr>
      <dsp:spPr>
        <a:xfrm>
          <a:off x="6540591" y="1009303"/>
          <a:ext cx="854929" cy="8549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BE723C-34DA-4B14-995D-0B16A3078E28}">
      <dsp:nvSpPr>
        <dsp:cNvPr id="0" name=""/>
        <dsp:cNvSpPr/>
      </dsp:nvSpPr>
      <dsp:spPr>
        <a:xfrm>
          <a:off x="5746728" y="1957723"/>
          <a:ext cx="2442656" cy="435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Impact on Timeline:</a:t>
          </a:r>
        </a:p>
      </dsp:txBody>
      <dsp:txXfrm>
        <a:off x="5746728" y="1957723"/>
        <a:ext cx="2442656" cy="435098"/>
      </dsp:txXfrm>
    </dsp:sp>
    <dsp:sp modelId="{C0CA1FBB-CE91-4FF4-BC7B-1AF17901F4E3}">
      <dsp:nvSpPr>
        <dsp:cNvPr id="0" name=""/>
        <dsp:cNvSpPr/>
      </dsp:nvSpPr>
      <dsp:spPr>
        <a:xfrm>
          <a:off x="5746728" y="2436305"/>
          <a:ext cx="2442656" cy="7471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Core features prioritized to maintain project schedule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Integration phase extended for thorough testing</a:t>
          </a:r>
        </a:p>
      </dsp:txBody>
      <dsp:txXfrm>
        <a:off x="5746728" y="2436305"/>
        <a:ext cx="2442656" cy="7471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AE178D-5870-914A-8476-E20D42F6DDC1}">
      <dsp:nvSpPr>
        <dsp:cNvPr id="0" name=""/>
        <dsp:cNvSpPr/>
      </dsp:nvSpPr>
      <dsp:spPr>
        <a:xfrm>
          <a:off x="1635026" y="574957"/>
          <a:ext cx="3448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872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98075" y="618800"/>
        <a:ext cx="18773" cy="3754"/>
      </dsp:txXfrm>
    </dsp:sp>
    <dsp:sp modelId="{5C8EF4FA-866F-434B-88C9-82347D5768F5}">
      <dsp:nvSpPr>
        <dsp:cNvPr id="0" name=""/>
        <dsp:cNvSpPr/>
      </dsp:nvSpPr>
      <dsp:spPr>
        <a:xfrm>
          <a:off x="4336" y="130930"/>
          <a:ext cx="1632489" cy="9794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93" tIns="83967" rIns="79993" bIns="8396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Landing page UI with dark theme</a:t>
          </a:r>
        </a:p>
      </dsp:txBody>
      <dsp:txXfrm>
        <a:off x="4336" y="130930"/>
        <a:ext cx="1632489" cy="979493"/>
      </dsp:txXfrm>
    </dsp:sp>
    <dsp:sp modelId="{0C2815A7-71EA-EF4D-BB28-679757248DBE}">
      <dsp:nvSpPr>
        <dsp:cNvPr id="0" name=""/>
        <dsp:cNvSpPr/>
      </dsp:nvSpPr>
      <dsp:spPr>
        <a:xfrm>
          <a:off x="3642988" y="574957"/>
          <a:ext cx="3448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872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06038" y="618800"/>
        <a:ext cx="18773" cy="3754"/>
      </dsp:txXfrm>
    </dsp:sp>
    <dsp:sp modelId="{A24B0181-5CBF-6E43-9343-47591D981054}">
      <dsp:nvSpPr>
        <dsp:cNvPr id="0" name=""/>
        <dsp:cNvSpPr/>
      </dsp:nvSpPr>
      <dsp:spPr>
        <a:xfrm>
          <a:off x="2012299" y="130930"/>
          <a:ext cx="1632489" cy="9794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93" tIns="83967" rIns="79993" bIns="8396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Navigation bar and buttons</a:t>
          </a:r>
        </a:p>
      </dsp:txBody>
      <dsp:txXfrm>
        <a:off x="2012299" y="130930"/>
        <a:ext cx="1632489" cy="979493"/>
      </dsp:txXfrm>
    </dsp:sp>
    <dsp:sp modelId="{6158909E-D24A-C54E-89B6-B459BB9A7E0A}">
      <dsp:nvSpPr>
        <dsp:cNvPr id="0" name=""/>
        <dsp:cNvSpPr/>
      </dsp:nvSpPr>
      <dsp:spPr>
        <a:xfrm>
          <a:off x="820581" y="1108624"/>
          <a:ext cx="4015924" cy="344872"/>
        </a:xfrm>
        <a:custGeom>
          <a:avLst/>
          <a:gdLst/>
          <a:ahLst/>
          <a:cxnLst/>
          <a:rect l="0" t="0" r="0" b="0"/>
          <a:pathLst>
            <a:path>
              <a:moveTo>
                <a:pt x="4015924" y="0"/>
              </a:moveTo>
              <a:lnTo>
                <a:pt x="4015924" y="189536"/>
              </a:lnTo>
              <a:lnTo>
                <a:pt x="0" y="189536"/>
              </a:lnTo>
              <a:lnTo>
                <a:pt x="0" y="344872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27708" y="1279183"/>
        <a:ext cx="201671" cy="3754"/>
      </dsp:txXfrm>
    </dsp:sp>
    <dsp:sp modelId="{FEBC9B9E-E3C2-2146-B55A-078897C0FE5D}">
      <dsp:nvSpPr>
        <dsp:cNvPr id="0" name=""/>
        <dsp:cNvSpPr/>
      </dsp:nvSpPr>
      <dsp:spPr>
        <a:xfrm>
          <a:off x="4020261" y="130930"/>
          <a:ext cx="1632489" cy="9794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93" tIns="83967" rIns="79993" bIns="8396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Create Account and Login functional</a:t>
          </a:r>
        </a:p>
      </dsp:txBody>
      <dsp:txXfrm>
        <a:off x="4020261" y="130930"/>
        <a:ext cx="1632489" cy="979493"/>
      </dsp:txXfrm>
    </dsp:sp>
    <dsp:sp modelId="{513501AF-4662-A542-9E5C-E4E6708056AF}">
      <dsp:nvSpPr>
        <dsp:cNvPr id="0" name=""/>
        <dsp:cNvSpPr/>
      </dsp:nvSpPr>
      <dsp:spPr>
        <a:xfrm>
          <a:off x="1635026" y="1929923"/>
          <a:ext cx="3448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872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98075" y="1973766"/>
        <a:ext cx="18773" cy="3754"/>
      </dsp:txXfrm>
    </dsp:sp>
    <dsp:sp modelId="{E974C971-6F03-6246-A5D0-4E1185D12286}">
      <dsp:nvSpPr>
        <dsp:cNvPr id="0" name=""/>
        <dsp:cNvSpPr/>
      </dsp:nvSpPr>
      <dsp:spPr>
        <a:xfrm>
          <a:off x="4336" y="1485897"/>
          <a:ext cx="1632489" cy="9794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93" tIns="83967" rIns="79993" bIns="8396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Student Dashboard layout</a:t>
          </a:r>
        </a:p>
      </dsp:txBody>
      <dsp:txXfrm>
        <a:off x="4336" y="1485897"/>
        <a:ext cx="1632489" cy="979493"/>
      </dsp:txXfrm>
    </dsp:sp>
    <dsp:sp modelId="{83A80061-19A2-E146-BAB8-BB34CE121BBC}">
      <dsp:nvSpPr>
        <dsp:cNvPr id="0" name=""/>
        <dsp:cNvSpPr/>
      </dsp:nvSpPr>
      <dsp:spPr>
        <a:xfrm>
          <a:off x="3642988" y="1929923"/>
          <a:ext cx="3448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872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06038" y="1973766"/>
        <a:ext cx="18773" cy="3754"/>
      </dsp:txXfrm>
    </dsp:sp>
    <dsp:sp modelId="{1F3C8BFF-DA01-FF44-8AFE-A8A824452815}">
      <dsp:nvSpPr>
        <dsp:cNvPr id="0" name=""/>
        <dsp:cNvSpPr/>
      </dsp:nvSpPr>
      <dsp:spPr>
        <a:xfrm>
          <a:off x="2012299" y="1485897"/>
          <a:ext cx="1632489" cy="9794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93" tIns="83967" rIns="79993" bIns="8396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Active Groups, Courses, Ratings display</a:t>
          </a:r>
        </a:p>
      </dsp:txBody>
      <dsp:txXfrm>
        <a:off x="2012299" y="1485897"/>
        <a:ext cx="1632489" cy="979493"/>
      </dsp:txXfrm>
    </dsp:sp>
    <dsp:sp modelId="{048AD65A-D8FC-7741-A96E-DE6AFE67597A}">
      <dsp:nvSpPr>
        <dsp:cNvPr id="0" name=""/>
        <dsp:cNvSpPr/>
      </dsp:nvSpPr>
      <dsp:spPr>
        <a:xfrm>
          <a:off x="820581" y="2463590"/>
          <a:ext cx="4015924" cy="344872"/>
        </a:xfrm>
        <a:custGeom>
          <a:avLst/>
          <a:gdLst/>
          <a:ahLst/>
          <a:cxnLst/>
          <a:rect l="0" t="0" r="0" b="0"/>
          <a:pathLst>
            <a:path>
              <a:moveTo>
                <a:pt x="4015924" y="0"/>
              </a:moveTo>
              <a:lnTo>
                <a:pt x="4015924" y="189536"/>
              </a:lnTo>
              <a:lnTo>
                <a:pt x="0" y="189536"/>
              </a:lnTo>
              <a:lnTo>
                <a:pt x="0" y="344872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27708" y="2634149"/>
        <a:ext cx="201671" cy="3754"/>
      </dsp:txXfrm>
    </dsp:sp>
    <dsp:sp modelId="{6B4DAAD9-CA07-234F-B71E-27A6BB8737EC}">
      <dsp:nvSpPr>
        <dsp:cNvPr id="0" name=""/>
        <dsp:cNvSpPr/>
      </dsp:nvSpPr>
      <dsp:spPr>
        <a:xfrm>
          <a:off x="4020261" y="1485897"/>
          <a:ext cx="1632489" cy="9794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93" tIns="83967" rIns="79993" bIns="8396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Backend setup and database structure</a:t>
          </a:r>
        </a:p>
      </dsp:txBody>
      <dsp:txXfrm>
        <a:off x="4020261" y="1485897"/>
        <a:ext cx="1632489" cy="979493"/>
      </dsp:txXfrm>
    </dsp:sp>
    <dsp:sp modelId="{D74D417E-8B6A-E241-A150-A1CA0D41781C}">
      <dsp:nvSpPr>
        <dsp:cNvPr id="0" name=""/>
        <dsp:cNvSpPr/>
      </dsp:nvSpPr>
      <dsp:spPr>
        <a:xfrm>
          <a:off x="1635026" y="3284890"/>
          <a:ext cx="3448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872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98075" y="3328733"/>
        <a:ext cx="18773" cy="3754"/>
      </dsp:txXfrm>
    </dsp:sp>
    <dsp:sp modelId="{13019F73-F7BA-C647-B6C2-98DD7C799BA1}">
      <dsp:nvSpPr>
        <dsp:cNvPr id="0" name=""/>
        <dsp:cNvSpPr/>
      </dsp:nvSpPr>
      <dsp:spPr>
        <a:xfrm>
          <a:off x="4336" y="2840863"/>
          <a:ext cx="1632489" cy="9794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93" tIns="83967" rIns="79993" bIns="8396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Authentication logic preparation</a:t>
          </a:r>
        </a:p>
      </dsp:txBody>
      <dsp:txXfrm>
        <a:off x="4336" y="2840863"/>
        <a:ext cx="1632489" cy="979493"/>
      </dsp:txXfrm>
    </dsp:sp>
    <dsp:sp modelId="{2D09DA45-F874-7345-B090-7CB08A566D55}">
      <dsp:nvSpPr>
        <dsp:cNvPr id="0" name=""/>
        <dsp:cNvSpPr/>
      </dsp:nvSpPr>
      <dsp:spPr>
        <a:xfrm>
          <a:off x="2012299" y="2840863"/>
          <a:ext cx="1632489" cy="9794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93" tIns="83967" rIns="79993" bIns="8396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Full Supabase Backend Integration</a:t>
          </a:r>
          <a:endParaRPr lang="en-US" sz="1800" kern="1200"/>
        </a:p>
      </dsp:txBody>
      <dsp:txXfrm>
        <a:off x="2012299" y="2840863"/>
        <a:ext cx="1632489" cy="9794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2CE3D9-20C4-1E4E-BCE6-4469AE7290B2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5056DA-0269-A342-984F-DBB4CA1B1929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Challenge:</a:t>
          </a:r>
          <a:r>
            <a:rPr lang="en-US" sz="1800" kern="1200"/>
            <a:t> Implementing a secure, real-time infrastructure for study group messaging and campus email authentication was more complex than using a simple local database.</a:t>
          </a:r>
        </a:p>
      </dsp:txBody>
      <dsp:txXfrm>
        <a:off x="456496" y="980400"/>
        <a:ext cx="3381034" cy="2099279"/>
      </dsp:txXfrm>
    </dsp:sp>
    <dsp:sp modelId="{63C889FD-6F7E-8343-902C-BB40A1F748FD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02E7A2-D2FB-7C4F-A45E-B386DC22C764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Solution:</a:t>
          </a:r>
          <a:r>
            <a:rPr lang="en-US" sz="1800" kern="1200"/>
            <a:t> Integrated </a:t>
          </a:r>
          <a:r>
            <a:rPr lang="en-US" sz="1800" b="1" kern="1200"/>
            <a:t>Supabase (PostgreSQL)</a:t>
          </a:r>
          <a:r>
            <a:rPr lang="en-US" sz="1800" kern="1200"/>
            <a:t> to handle scalable data storage and </a:t>
          </a:r>
          <a:r>
            <a:rPr lang="en-US" sz="1800" b="1" kern="1200"/>
            <a:t>Row Level Security (RLS)</a:t>
          </a:r>
          <a:r>
            <a:rPr lang="en-US" sz="1800" kern="1200"/>
            <a:t>. This ensured that only verified students can access specific study groups, meeting the security requirements in the SRS.</a:t>
          </a:r>
        </a:p>
      </dsp:txBody>
      <dsp:txXfrm>
        <a:off x="4748523" y="980400"/>
        <a:ext cx="3381034" cy="2099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" name="Rectangle 102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Study Mate – Campus Study Group Finder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/>
              <a:t>Project Update Presentation</a:t>
            </a:r>
          </a:p>
          <a:p>
            <a:pPr algn="l">
              <a:lnSpc>
                <a:spcPct val="90000"/>
              </a:lnSpc>
            </a:pPr>
            <a:r>
              <a:rPr lang="en-US" sz="2700"/>
              <a:t>Aicha Musfaou</a:t>
            </a:r>
          </a:p>
          <a:p>
            <a:pPr algn="l">
              <a:lnSpc>
                <a:spcPct val="90000"/>
              </a:lnSpc>
            </a:pPr>
            <a:r>
              <a:rPr lang="en-US" sz="2700"/>
              <a:t>March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2E0E22-48CA-A1AA-637F-253DA153BE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04737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Modifications from Original Plan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591E3F-23AE-575D-0E06-046E331968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175358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828444"/>
          </a:xfrm>
        </p:spPr>
        <p:txBody>
          <a:bodyPr>
            <a:normAutofit/>
          </a:bodyPr>
          <a:lstStyle/>
          <a:p>
            <a:r>
              <a:rPr lang="en-US" sz="4500"/>
              <a:t>Proposed Features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398626"/>
            <a:ext cx="3868820" cy="3730460"/>
          </a:xfrm>
        </p:spPr>
        <p:txBody>
          <a:bodyPr>
            <a:normAutofit/>
          </a:bodyPr>
          <a:lstStyle/>
          <a:p>
            <a:pPr lvl="1"/>
            <a:r>
              <a:rPr lang="en-US" sz="1700" dirty="0"/>
              <a:t>User Registration &amp; Login</a:t>
            </a:r>
          </a:p>
          <a:p>
            <a:pPr lvl="2"/>
            <a:r>
              <a:rPr lang="en-US" sz="1700" dirty="0"/>
              <a:t>Campus email verification</a:t>
            </a:r>
          </a:p>
          <a:p>
            <a:pPr lvl="1"/>
            <a:r>
              <a:rPr lang="en-US" sz="1700" dirty="0"/>
              <a:t>Course-Based Group Discovery</a:t>
            </a:r>
          </a:p>
          <a:p>
            <a:pPr lvl="2"/>
            <a:r>
              <a:rPr lang="en-US" sz="1700" dirty="0"/>
              <a:t>Search by course, professor, keyword</a:t>
            </a:r>
          </a:p>
          <a:p>
            <a:pPr lvl="1"/>
            <a:r>
              <a:rPr lang="en-US" sz="1700" dirty="0"/>
              <a:t>Create &amp; Manage Study Groups</a:t>
            </a:r>
          </a:p>
          <a:p>
            <a:pPr lvl="2"/>
            <a:r>
              <a:rPr lang="en-US" sz="1700" dirty="0"/>
              <a:t>Capacity limits, editable info</a:t>
            </a:r>
          </a:p>
          <a:p>
            <a:pPr lvl="1"/>
            <a:r>
              <a:rPr lang="en-US" sz="1700" dirty="0"/>
              <a:t>Notification System</a:t>
            </a:r>
          </a:p>
          <a:p>
            <a:pPr lvl="2"/>
            <a:r>
              <a:rPr lang="en-US" sz="1700" dirty="0"/>
              <a:t>Session reminders and updates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865" y="2398626"/>
            <a:ext cx="3873484" cy="3730460"/>
          </a:xfrm>
        </p:spPr>
        <p:txBody>
          <a:bodyPr>
            <a:normAutofit/>
          </a:bodyPr>
          <a:lstStyle/>
          <a:p>
            <a:pPr lvl="1"/>
            <a:r>
              <a:rPr lang="en-US" sz="1700" dirty="0"/>
              <a:t>Group Messaging</a:t>
            </a:r>
          </a:p>
          <a:p>
            <a:pPr lvl="2"/>
            <a:r>
              <a:rPr lang="en-US" sz="1700" dirty="0"/>
              <a:t>Real-time chat with history</a:t>
            </a:r>
          </a:p>
          <a:p>
            <a:pPr lvl="1"/>
            <a:r>
              <a:rPr lang="en-US" sz="1700" dirty="0"/>
              <a:t>Scheduling &amp; Calendar Integration</a:t>
            </a:r>
          </a:p>
          <a:p>
            <a:pPr lvl="2"/>
            <a:r>
              <a:rPr lang="en-US" sz="1700" dirty="0"/>
              <a:t>Availability matching</a:t>
            </a:r>
          </a:p>
          <a:p>
            <a:pPr lvl="1"/>
            <a:r>
              <a:rPr lang="en-US" sz="1700" dirty="0"/>
              <a:t>Location &amp; Room Suggestions</a:t>
            </a:r>
          </a:p>
          <a:p>
            <a:pPr lvl="1"/>
            <a:r>
              <a:rPr lang="en-US" sz="1700" dirty="0"/>
              <a:t>Rating &amp; Review System</a:t>
            </a:r>
          </a:p>
          <a:p>
            <a:pPr lvl="2"/>
            <a:r>
              <a:rPr lang="en-US" sz="1700" dirty="0"/>
              <a:t>1-5 star ratings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Progress Tracking – Gantt Chart (Jan–May 2026)</a:t>
            </a:r>
          </a:p>
        </p:txBody>
      </p:sp>
      <p:pic>
        <p:nvPicPr>
          <p:cNvPr id="8" name="Content Placeholder 7" descr="A graph of a project&#10;&#10;AI-generated content may be incorrect.">
            <a:extLst>
              <a:ext uri="{FF2B5EF4-FFF2-40B4-BE49-F238E27FC236}">
                <a16:creationId xmlns:a16="http://schemas.microsoft.com/office/drawing/2014/main" id="{E8C580E1-4CC7-4331-D727-AFA951760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47" y="1966293"/>
            <a:ext cx="8169103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Completed Features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Completed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44D5E8DC-0B1B-D3AE-C5CC-2ABE4EA2C24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48290846"/>
              </p:ext>
            </p:extLst>
          </p:nvPr>
        </p:nvGraphicFramePr>
        <p:xfrm>
          <a:off x="560832" y="2174875"/>
          <a:ext cx="5657088" cy="3951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B548A5-CB67-EA2A-1098-19134AF95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b="0" i="0" u="none" strike="noStrike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Database &amp; Authentication Complexity (Supabase)</a:t>
            </a: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9" name="TextBox 7">
            <a:extLst>
              <a:ext uri="{FF2B5EF4-FFF2-40B4-BE49-F238E27FC236}">
                <a16:creationId xmlns:a16="http://schemas.microsoft.com/office/drawing/2014/main" id="{3064C185-9F41-7393-A582-A9856E589F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429947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0184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3345</TotalTime>
  <Words>277</Words>
  <Application>Microsoft Macintosh PowerPoint</Application>
  <PresentationFormat>On-screen Show (4:3)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Study Mate – Campus Study Group Finder</vt:lpstr>
      <vt:lpstr>Problem Statement</vt:lpstr>
      <vt:lpstr>Modifications from Original Plan</vt:lpstr>
      <vt:lpstr>Proposed Features</vt:lpstr>
      <vt:lpstr>Progress Tracking – Gantt Chart (Jan–May 2026)</vt:lpstr>
      <vt:lpstr>Completed Features</vt:lpstr>
      <vt:lpstr>Database &amp; Authentication Complexity (Supabase)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Musfaou, Aicha_Adenike</cp:lastModifiedBy>
  <cp:revision>3</cp:revision>
  <dcterms:created xsi:type="dcterms:W3CDTF">2013-01-27T09:14:16Z</dcterms:created>
  <dcterms:modified xsi:type="dcterms:W3CDTF">2026-03-04T16:35:42Z</dcterms:modified>
  <cp:category/>
</cp:coreProperties>
</file>